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0872225A-DCED-42C7-972E-1258DC2BC008}">
          <p14:sldIdLst>
            <p14:sldId id="256"/>
            <p14:sldId id="257"/>
            <p14:sldId id="258"/>
            <p14:sldId id="259"/>
            <p14:sldId id="260"/>
            <p14:sldId id="263"/>
            <p14:sldId id="261"/>
            <p14:sldId id="265"/>
            <p14:sldId id="264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84A949-9BBB-4E93-8477-2B64F51492D8}" v="38" dt="2025-06-14T18:53:39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>
        <p:scale>
          <a:sx n="100" d="100"/>
          <a:sy n="100" d="100"/>
        </p:scale>
        <p:origin x="58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Carlos Gazin" userId="b1e18425-f377-4dc4-89dc-78c35dcee52f" providerId="ADAL" clId="{5184A949-9BBB-4E93-8477-2B64F51492D8}"/>
    <pc:docChg chg="undo custSel addSld delSld modSld modSection">
      <pc:chgData name="Ivan Carlos Gazin" userId="b1e18425-f377-4dc4-89dc-78c35dcee52f" providerId="ADAL" clId="{5184A949-9BBB-4E93-8477-2B64F51492D8}" dt="2025-06-14T18:54:46.564" v="310" actId="27636"/>
      <pc:docMkLst>
        <pc:docMk/>
      </pc:docMkLst>
      <pc:sldChg chg="addSp delSp modSp mod setBg addAnim delAnim setClrOvrMap">
        <pc:chgData name="Ivan Carlos Gazin" userId="b1e18425-f377-4dc4-89dc-78c35dcee52f" providerId="ADAL" clId="{5184A949-9BBB-4E93-8477-2B64F51492D8}" dt="2025-06-14T18:40:01.092" v="226"/>
        <pc:sldMkLst>
          <pc:docMk/>
          <pc:sldMk cId="3976257303" sldId="256"/>
        </pc:sldMkLst>
        <pc:spChg chg="mod">
          <ac:chgData name="Ivan Carlos Gazin" userId="b1e18425-f377-4dc4-89dc-78c35dcee52f" providerId="ADAL" clId="{5184A949-9BBB-4E93-8477-2B64F51492D8}" dt="2025-06-14T18:40:01.084" v="224" actId="26606"/>
          <ac:spMkLst>
            <pc:docMk/>
            <pc:sldMk cId="3976257303" sldId="256"/>
            <ac:spMk id="2" creationId="{23D1E40A-F33A-3CE6-860D-A88C99B64219}"/>
          </ac:spMkLst>
        </pc:spChg>
        <pc:spChg chg="del">
          <ac:chgData name="Ivan Carlos Gazin" userId="b1e18425-f377-4dc4-89dc-78c35dcee52f" providerId="ADAL" clId="{5184A949-9BBB-4E93-8477-2B64F51492D8}" dt="2025-06-14T18:25:36.764" v="204" actId="478"/>
          <ac:spMkLst>
            <pc:docMk/>
            <pc:sldMk cId="3976257303" sldId="256"/>
            <ac:spMk id="3" creationId="{A112A0B4-D9EE-68FF-1EFD-59AC434FA350}"/>
          </ac:spMkLst>
        </pc:spChg>
        <pc:spChg chg="add del">
          <ac:chgData name="Ivan Carlos Gazin" userId="b1e18425-f377-4dc4-89dc-78c35dcee52f" providerId="ADAL" clId="{5184A949-9BBB-4E93-8477-2B64F51492D8}" dt="2025-06-14T18:40:01.091" v="225" actId="26606"/>
          <ac:spMkLst>
            <pc:docMk/>
            <pc:sldMk cId="3976257303" sldId="256"/>
            <ac:spMk id="7" creationId="{27577DEC-D9A5-404D-9789-702F4319BEC8}"/>
          </ac:spMkLst>
        </pc:spChg>
        <pc:spChg chg="add">
          <ac:chgData name="Ivan Carlos Gazin" userId="b1e18425-f377-4dc4-89dc-78c35dcee52f" providerId="ADAL" clId="{5184A949-9BBB-4E93-8477-2B64F51492D8}" dt="2025-06-14T18:40:01.091" v="225" actId="26606"/>
          <ac:spMkLst>
            <pc:docMk/>
            <pc:sldMk cId="3976257303" sldId="256"/>
            <ac:spMk id="23" creationId="{27577DEC-D9A5-404D-9789-702F4319BEC8}"/>
          </ac:spMkLst>
        </pc:spChg>
        <pc:spChg chg="add del">
          <ac:chgData name="Ivan Carlos Gazin" userId="b1e18425-f377-4dc4-89dc-78c35dcee52f" providerId="ADAL" clId="{5184A949-9BBB-4E93-8477-2B64F51492D8}" dt="2025-06-14T18:40:01.084" v="224" actId="26606"/>
          <ac:spMkLst>
            <pc:docMk/>
            <pc:sldMk cId="3976257303" sldId="256"/>
            <ac:spMk id="28" creationId="{66D61E08-70C3-48D8-BEA0-787111DC30DA}"/>
          </ac:spMkLst>
        </pc:spChg>
        <pc:spChg chg="add del">
          <ac:chgData name="Ivan Carlos Gazin" userId="b1e18425-f377-4dc4-89dc-78c35dcee52f" providerId="ADAL" clId="{5184A949-9BBB-4E93-8477-2B64F51492D8}" dt="2025-06-14T18:40:01.084" v="224" actId="26606"/>
          <ac:spMkLst>
            <pc:docMk/>
            <pc:sldMk cId="3976257303" sldId="256"/>
            <ac:spMk id="30" creationId="{FC55298F-0AE5-478E-AD2B-03C2614C5833}"/>
          </ac:spMkLst>
        </pc:spChg>
        <pc:spChg chg="add del">
          <ac:chgData name="Ivan Carlos Gazin" userId="b1e18425-f377-4dc4-89dc-78c35dcee52f" providerId="ADAL" clId="{5184A949-9BBB-4E93-8477-2B64F51492D8}" dt="2025-06-14T18:40:01.084" v="224" actId="26606"/>
          <ac:spMkLst>
            <pc:docMk/>
            <pc:sldMk cId="3976257303" sldId="256"/>
            <ac:spMk id="32" creationId="{C180E4EA-0B63-4779-A895-7E90E71088F3}"/>
          </ac:spMkLst>
        </pc:spChg>
        <pc:spChg chg="add del">
          <ac:chgData name="Ivan Carlos Gazin" userId="b1e18425-f377-4dc4-89dc-78c35dcee52f" providerId="ADAL" clId="{5184A949-9BBB-4E93-8477-2B64F51492D8}" dt="2025-06-14T18:40:01.084" v="224" actId="26606"/>
          <ac:spMkLst>
            <pc:docMk/>
            <pc:sldMk cId="3976257303" sldId="256"/>
            <ac:spMk id="34" creationId="{CEE01D9D-3DE8-4EED-B0D3-8F3C79CC7673}"/>
          </ac:spMkLst>
        </pc:spChg>
        <pc:spChg chg="add del">
          <ac:chgData name="Ivan Carlos Gazin" userId="b1e18425-f377-4dc4-89dc-78c35dcee52f" providerId="ADAL" clId="{5184A949-9BBB-4E93-8477-2B64F51492D8}" dt="2025-06-14T18:40:01.084" v="224" actId="26606"/>
          <ac:spMkLst>
            <pc:docMk/>
            <pc:sldMk cId="3976257303" sldId="256"/>
            <ac:spMk id="36" creationId="{89AF5CE9-607F-43F4-8983-DCD6DA4051FD}"/>
          </ac:spMkLst>
        </pc:spChg>
        <pc:spChg chg="add del">
          <ac:chgData name="Ivan Carlos Gazin" userId="b1e18425-f377-4dc4-89dc-78c35dcee52f" providerId="ADAL" clId="{5184A949-9BBB-4E93-8477-2B64F51492D8}" dt="2025-06-14T18:40:01.084" v="224" actId="26606"/>
          <ac:spMkLst>
            <pc:docMk/>
            <pc:sldMk cId="3976257303" sldId="256"/>
            <ac:spMk id="38" creationId="{6EEA2DBD-9E1E-4521-8C01-F32AD18A89E3}"/>
          </ac:spMkLst>
        </pc:spChg>
        <pc:spChg chg="add del">
          <ac:chgData name="Ivan Carlos Gazin" userId="b1e18425-f377-4dc4-89dc-78c35dcee52f" providerId="ADAL" clId="{5184A949-9BBB-4E93-8477-2B64F51492D8}" dt="2025-06-14T18:40:01.084" v="224" actId="26606"/>
          <ac:spMkLst>
            <pc:docMk/>
            <pc:sldMk cId="3976257303" sldId="256"/>
            <ac:spMk id="40" creationId="{15BBD2C1-BA9B-46A9-A27A-33498B169272}"/>
          </ac:spMkLst>
        </pc:spChg>
        <pc:grpChg chg="add del">
          <ac:chgData name="Ivan Carlos Gazin" userId="b1e18425-f377-4dc4-89dc-78c35dcee52f" providerId="ADAL" clId="{5184A949-9BBB-4E93-8477-2B64F51492D8}" dt="2025-06-14T18:40:01.091" v="225" actId="26606"/>
          <ac:grpSpMkLst>
            <pc:docMk/>
            <pc:sldMk cId="3976257303" sldId="256"/>
            <ac:grpSpMk id="9" creationId="{CEEA9366-CEA8-4F23-B065-4337F0D836FE}"/>
          </ac:grpSpMkLst>
        </pc:grpChg>
        <pc:grpChg chg="add">
          <ac:chgData name="Ivan Carlos Gazin" userId="b1e18425-f377-4dc4-89dc-78c35dcee52f" providerId="ADAL" clId="{5184A949-9BBB-4E93-8477-2B64F51492D8}" dt="2025-06-14T18:40:01.091" v="225" actId="26606"/>
          <ac:grpSpMkLst>
            <pc:docMk/>
            <pc:sldMk cId="3976257303" sldId="256"/>
            <ac:grpSpMk id="25" creationId="{CEEA9366-CEA8-4F23-B065-4337F0D836FE}"/>
          </ac:grpSpMkLst>
        </pc:grpChg>
        <pc:picChg chg="add del">
          <ac:chgData name="Ivan Carlos Gazin" userId="b1e18425-f377-4dc4-89dc-78c35dcee52f" providerId="ADAL" clId="{5184A949-9BBB-4E93-8477-2B64F51492D8}" dt="2025-06-14T18:39:40.367" v="219" actId="26606"/>
          <ac:picMkLst>
            <pc:docMk/>
            <pc:sldMk cId="3976257303" sldId="256"/>
            <ac:picMk id="4" creationId="{77681DE0-B19B-BF0E-BEF7-98DA3423B05F}"/>
          </ac:picMkLst>
        </pc:picChg>
        <pc:picChg chg="add del">
          <ac:chgData name="Ivan Carlos Gazin" userId="b1e18425-f377-4dc4-89dc-78c35dcee52f" providerId="ADAL" clId="{5184A949-9BBB-4E93-8477-2B64F51492D8}" dt="2025-06-14T18:40:01.084" v="224" actId="26606"/>
          <ac:picMkLst>
            <pc:docMk/>
            <pc:sldMk cId="3976257303" sldId="256"/>
            <ac:picMk id="20" creationId="{34CD26C3-0423-9442-3939-2F77EC770588}"/>
          </ac:picMkLst>
        </pc:picChg>
      </pc:sldChg>
      <pc:sldChg chg="addSp modSp mod setBg setClrOvrMap">
        <pc:chgData name="Ivan Carlos Gazin" userId="b1e18425-f377-4dc4-89dc-78c35dcee52f" providerId="ADAL" clId="{5184A949-9BBB-4E93-8477-2B64F51492D8}" dt="2025-06-14T18:40:09.366" v="227" actId="26606"/>
        <pc:sldMkLst>
          <pc:docMk/>
          <pc:sldMk cId="2717624792" sldId="257"/>
        </pc:sldMkLst>
        <pc:spChg chg="mod">
          <ac:chgData name="Ivan Carlos Gazin" userId="b1e18425-f377-4dc4-89dc-78c35dcee52f" providerId="ADAL" clId="{5184A949-9BBB-4E93-8477-2B64F51492D8}" dt="2025-06-14T18:40:09.366" v="227" actId="26606"/>
          <ac:spMkLst>
            <pc:docMk/>
            <pc:sldMk cId="2717624792" sldId="257"/>
            <ac:spMk id="2" creationId="{FBCD2959-A060-A674-D59A-F320451A72C9}"/>
          </ac:spMkLst>
        </pc:spChg>
        <pc:spChg chg="mod">
          <ac:chgData name="Ivan Carlos Gazin" userId="b1e18425-f377-4dc4-89dc-78c35dcee52f" providerId="ADAL" clId="{5184A949-9BBB-4E93-8477-2B64F51492D8}" dt="2025-06-14T18:40:09.366" v="227" actId="26606"/>
          <ac:spMkLst>
            <pc:docMk/>
            <pc:sldMk cId="2717624792" sldId="257"/>
            <ac:spMk id="3" creationId="{1CC4ACA4-DD3B-60D7-CC6F-5F1946FDEAAB}"/>
          </ac:spMkLst>
        </pc:spChg>
        <pc:spChg chg="add">
          <ac:chgData name="Ivan Carlos Gazin" userId="b1e18425-f377-4dc4-89dc-78c35dcee52f" providerId="ADAL" clId="{5184A949-9BBB-4E93-8477-2B64F51492D8}" dt="2025-06-14T18:40:09.366" v="227" actId="26606"/>
          <ac:spMkLst>
            <pc:docMk/>
            <pc:sldMk cId="2717624792" sldId="257"/>
            <ac:spMk id="8" creationId="{A65AC7D1-EAA9-48F5-B509-60A7F50BF703}"/>
          </ac:spMkLst>
        </pc:spChg>
        <pc:spChg chg="add">
          <ac:chgData name="Ivan Carlos Gazin" userId="b1e18425-f377-4dc4-89dc-78c35dcee52f" providerId="ADAL" clId="{5184A949-9BBB-4E93-8477-2B64F51492D8}" dt="2025-06-14T18:40:09.366" v="227" actId="26606"/>
          <ac:spMkLst>
            <pc:docMk/>
            <pc:sldMk cId="2717624792" sldId="257"/>
            <ac:spMk id="10" creationId="{D6320AF9-619A-4175-865B-5663E1AEF4C5}"/>
          </ac:spMkLst>
        </pc:spChg>
        <pc:spChg chg="add">
          <ac:chgData name="Ivan Carlos Gazin" userId="b1e18425-f377-4dc4-89dc-78c35dcee52f" providerId="ADAL" clId="{5184A949-9BBB-4E93-8477-2B64F51492D8}" dt="2025-06-14T18:40:09.366" v="227" actId="26606"/>
          <ac:spMkLst>
            <pc:docMk/>
            <pc:sldMk cId="2717624792" sldId="257"/>
            <ac:spMk id="16" creationId="{7E018740-5C2B-4A41-AC1A-7E68D1EC1954}"/>
          </ac:spMkLst>
        </pc:spChg>
        <pc:spChg chg="add">
          <ac:chgData name="Ivan Carlos Gazin" userId="b1e18425-f377-4dc4-89dc-78c35dcee52f" providerId="ADAL" clId="{5184A949-9BBB-4E93-8477-2B64F51492D8}" dt="2025-06-14T18:40:09.366" v="227" actId="26606"/>
          <ac:spMkLst>
            <pc:docMk/>
            <pc:sldMk cId="2717624792" sldId="257"/>
            <ac:spMk id="18" creationId="{166F75A4-C475-4941-8EE2-B80A06A2C1BB}"/>
          </ac:spMkLst>
        </pc:spChg>
        <pc:spChg chg="add">
          <ac:chgData name="Ivan Carlos Gazin" userId="b1e18425-f377-4dc4-89dc-78c35dcee52f" providerId="ADAL" clId="{5184A949-9BBB-4E93-8477-2B64F51492D8}" dt="2025-06-14T18:40:09.366" v="227" actId="26606"/>
          <ac:spMkLst>
            <pc:docMk/>
            <pc:sldMk cId="2717624792" sldId="257"/>
            <ac:spMk id="20" creationId="{A032553A-72E8-4B0D-8405-FF9771C9AF05}"/>
          </ac:spMkLst>
        </pc:spChg>
        <pc:spChg chg="add">
          <ac:chgData name="Ivan Carlos Gazin" userId="b1e18425-f377-4dc4-89dc-78c35dcee52f" providerId="ADAL" clId="{5184A949-9BBB-4E93-8477-2B64F51492D8}" dt="2025-06-14T18:40:09.366" v="227" actId="26606"/>
          <ac:spMkLst>
            <pc:docMk/>
            <pc:sldMk cId="2717624792" sldId="257"/>
            <ac:spMk id="22" creationId="{765800AC-C3B9-498E-87BC-29FAE4C76B21}"/>
          </ac:spMkLst>
        </pc:spChg>
        <pc:spChg chg="add">
          <ac:chgData name="Ivan Carlos Gazin" userId="b1e18425-f377-4dc4-89dc-78c35dcee52f" providerId="ADAL" clId="{5184A949-9BBB-4E93-8477-2B64F51492D8}" dt="2025-06-14T18:40:09.366" v="227" actId="26606"/>
          <ac:spMkLst>
            <pc:docMk/>
            <pc:sldMk cId="2717624792" sldId="257"/>
            <ac:spMk id="24" creationId="{1F9D6ACB-2FF4-49F9-978A-E0D5327FC635}"/>
          </ac:spMkLst>
        </pc:spChg>
        <pc:spChg chg="add">
          <ac:chgData name="Ivan Carlos Gazin" userId="b1e18425-f377-4dc4-89dc-78c35dcee52f" providerId="ADAL" clId="{5184A949-9BBB-4E93-8477-2B64F51492D8}" dt="2025-06-14T18:40:09.366" v="227" actId="26606"/>
          <ac:spMkLst>
            <pc:docMk/>
            <pc:sldMk cId="2717624792" sldId="257"/>
            <ac:spMk id="26" creationId="{142BFA2A-77A0-4F60-A32A-685681C84889}"/>
          </ac:spMkLst>
        </pc:spChg>
      </pc:sldChg>
      <pc:sldChg chg="addSp modSp mod setBg setClrOvrMap">
        <pc:chgData name="Ivan Carlos Gazin" userId="b1e18425-f377-4dc4-89dc-78c35dcee52f" providerId="ADAL" clId="{5184A949-9BBB-4E93-8477-2B64F51492D8}" dt="2025-06-14T18:40:21.918" v="228" actId="26606"/>
        <pc:sldMkLst>
          <pc:docMk/>
          <pc:sldMk cId="151450717" sldId="258"/>
        </pc:sldMkLst>
        <pc:spChg chg="mod">
          <ac:chgData name="Ivan Carlos Gazin" userId="b1e18425-f377-4dc4-89dc-78c35dcee52f" providerId="ADAL" clId="{5184A949-9BBB-4E93-8477-2B64F51492D8}" dt="2025-06-14T18:40:21.918" v="228" actId="26606"/>
          <ac:spMkLst>
            <pc:docMk/>
            <pc:sldMk cId="151450717" sldId="258"/>
            <ac:spMk id="2" creationId="{A8146466-C249-3281-0399-6AEFAE817A69}"/>
          </ac:spMkLst>
        </pc:spChg>
        <pc:spChg chg="mod">
          <ac:chgData name="Ivan Carlos Gazin" userId="b1e18425-f377-4dc4-89dc-78c35dcee52f" providerId="ADAL" clId="{5184A949-9BBB-4E93-8477-2B64F51492D8}" dt="2025-06-14T18:40:21.918" v="228" actId="26606"/>
          <ac:spMkLst>
            <pc:docMk/>
            <pc:sldMk cId="151450717" sldId="258"/>
            <ac:spMk id="3" creationId="{1C2FDFD7-6D9A-FB58-51AF-416EED9CD657}"/>
          </ac:spMkLst>
        </pc:spChg>
        <pc:spChg chg="add">
          <ac:chgData name="Ivan Carlos Gazin" userId="b1e18425-f377-4dc4-89dc-78c35dcee52f" providerId="ADAL" clId="{5184A949-9BBB-4E93-8477-2B64F51492D8}" dt="2025-06-14T18:40:21.918" v="228" actId="26606"/>
          <ac:spMkLst>
            <pc:docMk/>
            <pc:sldMk cId="151450717" sldId="258"/>
            <ac:spMk id="8" creationId="{86C16C40-7C29-4ACC-B851-7E08E459B596}"/>
          </ac:spMkLst>
        </pc:spChg>
        <pc:grpChg chg="add">
          <ac:chgData name="Ivan Carlos Gazin" userId="b1e18425-f377-4dc4-89dc-78c35dcee52f" providerId="ADAL" clId="{5184A949-9BBB-4E93-8477-2B64F51492D8}" dt="2025-06-14T18:40:21.918" v="228" actId="26606"/>
          <ac:grpSpMkLst>
            <pc:docMk/>
            <pc:sldMk cId="151450717" sldId="258"/>
            <ac:grpSpMk id="10" creationId="{CDD733AE-DD5E-4C77-8BCD-72BF12A06BB1}"/>
          </ac:grpSpMkLst>
        </pc:grpChg>
      </pc:sldChg>
      <pc:sldChg chg="addSp delSp modSp mod setBg setClrOvrMap">
        <pc:chgData name="Ivan Carlos Gazin" userId="b1e18425-f377-4dc4-89dc-78c35dcee52f" providerId="ADAL" clId="{5184A949-9BBB-4E93-8477-2B64F51492D8}" dt="2025-06-14T18:41:14.069" v="241" actId="1076"/>
        <pc:sldMkLst>
          <pc:docMk/>
          <pc:sldMk cId="140689058" sldId="259"/>
        </pc:sldMkLst>
        <pc:spChg chg="mod">
          <ac:chgData name="Ivan Carlos Gazin" userId="b1e18425-f377-4dc4-89dc-78c35dcee52f" providerId="ADAL" clId="{5184A949-9BBB-4E93-8477-2B64F51492D8}" dt="2025-06-14T18:40:58.553" v="237" actId="26606"/>
          <ac:spMkLst>
            <pc:docMk/>
            <pc:sldMk cId="140689058" sldId="259"/>
            <ac:spMk id="2" creationId="{6E466F7D-111A-ED37-66DD-E0D76F36BEDD}"/>
          </ac:spMkLst>
        </pc:spChg>
        <pc:spChg chg="add del mod">
          <ac:chgData name="Ivan Carlos Gazin" userId="b1e18425-f377-4dc4-89dc-78c35dcee52f" providerId="ADAL" clId="{5184A949-9BBB-4E93-8477-2B64F51492D8}" dt="2025-06-14T18:40:58.553" v="237" actId="26606"/>
          <ac:spMkLst>
            <pc:docMk/>
            <pc:sldMk cId="140689058" sldId="259"/>
            <ac:spMk id="3" creationId="{1D54D782-057F-DC6D-B30E-8F17FFB7243B}"/>
          </ac:spMkLst>
        </pc:spChg>
        <pc:spChg chg="add del mod">
          <ac:chgData name="Ivan Carlos Gazin" userId="b1e18425-f377-4dc4-89dc-78c35dcee52f" providerId="ADAL" clId="{5184A949-9BBB-4E93-8477-2B64F51492D8}" dt="2025-06-14T18:41:07.677" v="240" actId="478"/>
          <ac:spMkLst>
            <pc:docMk/>
            <pc:sldMk cId="140689058" sldId="259"/>
            <ac:spMk id="6" creationId="{24B63C3E-DB8C-87A3-4172-DAACDDD8A04E}"/>
          </ac:spMkLst>
        </pc:spChg>
        <pc:spChg chg="add del">
          <ac:chgData name="Ivan Carlos Gazin" userId="b1e18425-f377-4dc4-89dc-78c35dcee52f" providerId="ADAL" clId="{5184A949-9BBB-4E93-8477-2B64F51492D8}" dt="2025-06-14T18:40:40.489" v="230" actId="26606"/>
          <ac:spMkLst>
            <pc:docMk/>
            <pc:sldMk cId="140689058" sldId="259"/>
            <ac:spMk id="8" creationId="{86C16C40-7C29-4ACC-B851-7E08E459B596}"/>
          </ac:spMkLst>
        </pc:spChg>
        <pc:spChg chg="add del">
          <ac:chgData name="Ivan Carlos Gazin" userId="b1e18425-f377-4dc4-89dc-78c35dcee52f" providerId="ADAL" clId="{5184A949-9BBB-4E93-8477-2B64F51492D8}" dt="2025-06-14T18:40:43.194" v="232" actId="26606"/>
          <ac:spMkLst>
            <pc:docMk/>
            <pc:sldMk cId="140689058" sldId="259"/>
            <ac:spMk id="9" creationId="{9F4444CE-BC8D-4D61-B303-4C05614E62AB}"/>
          </ac:spMkLst>
        </pc:spChg>
        <pc:spChg chg="add del">
          <ac:chgData name="Ivan Carlos Gazin" userId="b1e18425-f377-4dc4-89dc-78c35dcee52f" providerId="ADAL" clId="{5184A949-9BBB-4E93-8477-2B64F51492D8}" dt="2025-06-14T18:40:43.194" v="232" actId="26606"/>
          <ac:spMkLst>
            <pc:docMk/>
            <pc:sldMk cId="140689058" sldId="259"/>
            <ac:spMk id="11" creationId="{73772B81-181F-48B7-8826-4D9686D15DF5}"/>
          </ac:spMkLst>
        </pc:spChg>
        <pc:spChg chg="add del">
          <ac:chgData name="Ivan Carlos Gazin" userId="b1e18425-f377-4dc4-89dc-78c35dcee52f" providerId="ADAL" clId="{5184A949-9BBB-4E93-8477-2B64F51492D8}" dt="2025-06-14T18:40:43.194" v="232" actId="26606"/>
          <ac:spMkLst>
            <pc:docMk/>
            <pc:sldMk cId="140689058" sldId="259"/>
            <ac:spMk id="22" creationId="{B2205F6E-03C6-4E92-877C-E2482F6599AA}"/>
          </ac:spMkLst>
        </pc:spChg>
        <pc:spChg chg="add del">
          <ac:chgData name="Ivan Carlos Gazin" userId="b1e18425-f377-4dc4-89dc-78c35dcee52f" providerId="ADAL" clId="{5184A949-9BBB-4E93-8477-2B64F51492D8}" dt="2025-06-14T18:40:44.707" v="234" actId="26606"/>
          <ac:spMkLst>
            <pc:docMk/>
            <pc:sldMk cId="140689058" sldId="259"/>
            <ac:spMk id="24" creationId="{86C16C40-7C29-4ACC-B851-7E08E459B596}"/>
          </ac:spMkLst>
        </pc:spChg>
        <pc:spChg chg="add del">
          <ac:chgData name="Ivan Carlos Gazin" userId="b1e18425-f377-4dc4-89dc-78c35dcee52f" providerId="ADAL" clId="{5184A949-9BBB-4E93-8477-2B64F51492D8}" dt="2025-06-14T18:40:44.707" v="234" actId="26606"/>
          <ac:spMkLst>
            <pc:docMk/>
            <pc:sldMk cId="140689058" sldId="259"/>
            <ac:spMk id="27" creationId="{1D54D782-057F-DC6D-B30E-8F17FFB7243B}"/>
          </ac:spMkLst>
        </pc:spChg>
        <pc:spChg chg="add del">
          <ac:chgData name="Ivan Carlos Gazin" userId="b1e18425-f377-4dc4-89dc-78c35dcee52f" providerId="ADAL" clId="{5184A949-9BBB-4E93-8477-2B64F51492D8}" dt="2025-06-14T18:40:58.543" v="236" actId="26606"/>
          <ac:spMkLst>
            <pc:docMk/>
            <pc:sldMk cId="140689058" sldId="259"/>
            <ac:spMk id="29" creationId="{9F4444CE-BC8D-4D61-B303-4C05614E62AB}"/>
          </ac:spMkLst>
        </pc:spChg>
        <pc:spChg chg="add del">
          <ac:chgData name="Ivan Carlos Gazin" userId="b1e18425-f377-4dc4-89dc-78c35dcee52f" providerId="ADAL" clId="{5184A949-9BBB-4E93-8477-2B64F51492D8}" dt="2025-06-14T18:40:58.543" v="236" actId="26606"/>
          <ac:spMkLst>
            <pc:docMk/>
            <pc:sldMk cId="140689058" sldId="259"/>
            <ac:spMk id="30" creationId="{73772B81-181F-48B7-8826-4D9686D15DF5}"/>
          </ac:spMkLst>
        </pc:spChg>
        <pc:spChg chg="add del">
          <ac:chgData name="Ivan Carlos Gazin" userId="b1e18425-f377-4dc4-89dc-78c35dcee52f" providerId="ADAL" clId="{5184A949-9BBB-4E93-8477-2B64F51492D8}" dt="2025-06-14T18:40:58.543" v="236" actId="26606"/>
          <ac:spMkLst>
            <pc:docMk/>
            <pc:sldMk cId="140689058" sldId="259"/>
            <ac:spMk id="31" creationId="{B2205F6E-03C6-4E92-877C-E2482F6599AA}"/>
          </ac:spMkLst>
        </pc:spChg>
        <pc:spChg chg="add">
          <ac:chgData name="Ivan Carlos Gazin" userId="b1e18425-f377-4dc4-89dc-78c35dcee52f" providerId="ADAL" clId="{5184A949-9BBB-4E93-8477-2B64F51492D8}" dt="2025-06-14T18:40:58.553" v="237" actId="26606"/>
          <ac:spMkLst>
            <pc:docMk/>
            <pc:sldMk cId="140689058" sldId="259"/>
            <ac:spMk id="34" creationId="{86C16C40-7C29-4ACC-B851-7E08E459B596}"/>
          </ac:spMkLst>
        </pc:spChg>
        <pc:spChg chg="add del">
          <ac:chgData name="Ivan Carlos Gazin" userId="b1e18425-f377-4dc4-89dc-78c35dcee52f" providerId="ADAL" clId="{5184A949-9BBB-4E93-8477-2B64F51492D8}" dt="2025-06-14T18:41:03.669" v="238" actId="478"/>
          <ac:spMkLst>
            <pc:docMk/>
            <pc:sldMk cId="140689058" sldId="259"/>
            <ac:spMk id="37" creationId="{1D54D782-057F-DC6D-B30E-8F17FFB7243B}"/>
          </ac:spMkLst>
        </pc:spChg>
        <pc:grpChg chg="add del">
          <ac:chgData name="Ivan Carlos Gazin" userId="b1e18425-f377-4dc4-89dc-78c35dcee52f" providerId="ADAL" clId="{5184A949-9BBB-4E93-8477-2B64F51492D8}" dt="2025-06-14T18:40:40.489" v="230" actId="26606"/>
          <ac:grpSpMkLst>
            <pc:docMk/>
            <pc:sldMk cId="140689058" sldId="259"/>
            <ac:grpSpMk id="10" creationId="{CDD733AE-DD5E-4C77-8BCD-72BF12A06BB1}"/>
          </ac:grpSpMkLst>
        </pc:grpChg>
        <pc:grpChg chg="add del">
          <ac:chgData name="Ivan Carlos Gazin" userId="b1e18425-f377-4dc4-89dc-78c35dcee52f" providerId="ADAL" clId="{5184A949-9BBB-4E93-8477-2B64F51492D8}" dt="2025-06-14T18:40:44.707" v="234" actId="26606"/>
          <ac:grpSpMkLst>
            <pc:docMk/>
            <pc:sldMk cId="140689058" sldId="259"/>
            <ac:grpSpMk id="25" creationId="{CDD733AE-DD5E-4C77-8BCD-72BF12A06BB1}"/>
          </ac:grpSpMkLst>
        </pc:grpChg>
        <pc:grpChg chg="add">
          <ac:chgData name="Ivan Carlos Gazin" userId="b1e18425-f377-4dc4-89dc-78c35dcee52f" providerId="ADAL" clId="{5184A949-9BBB-4E93-8477-2B64F51492D8}" dt="2025-06-14T18:40:58.553" v="237" actId="26606"/>
          <ac:grpSpMkLst>
            <pc:docMk/>
            <pc:sldMk cId="140689058" sldId="259"/>
            <ac:grpSpMk id="35" creationId="{CDD733AE-DD5E-4C77-8BCD-72BF12A06BB1}"/>
          </ac:grpSpMkLst>
        </pc:grpChg>
        <pc:graphicFrameChg chg="add del">
          <ac:chgData name="Ivan Carlos Gazin" userId="b1e18425-f377-4dc4-89dc-78c35dcee52f" providerId="ADAL" clId="{5184A949-9BBB-4E93-8477-2B64F51492D8}" dt="2025-06-14T18:40:43.194" v="232" actId="26606"/>
          <ac:graphicFrameMkLst>
            <pc:docMk/>
            <pc:sldMk cId="140689058" sldId="259"/>
            <ac:graphicFrameMk id="5" creationId="{8957C8CE-D826-6C9F-2CF9-D150F319E49B}"/>
          </ac:graphicFrameMkLst>
        </pc:graphicFrameChg>
        <pc:graphicFrameChg chg="add mod">
          <ac:chgData name="Ivan Carlos Gazin" userId="b1e18425-f377-4dc4-89dc-78c35dcee52f" providerId="ADAL" clId="{5184A949-9BBB-4E93-8477-2B64F51492D8}" dt="2025-06-14T18:41:14.069" v="241" actId="1076"/>
          <ac:graphicFrameMkLst>
            <pc:docMk/>
            <pc:sldMk cId="140689058" sldId="259"/>
            <ac:graphicFrameMk id="7" creationId="{2A3B047A-C3E0-B909-15B4-E40F9E9A6419}"/>
          </ac:graphicFrameMkLst>
        </pc:graphicFrameChg>
        <pc:graphicFrameChg chg="add del">
          <ac:chgData name="Ivan Carlos Gazin" userId="b1e18425-f377-4dc4-89dc-78c35dcee52f" providerId="ADAL" clId="{5184A949-9BBB-4E93-8477-2B64F51492D8}" dt="2025-06-14T18:40:58.543" v="236" actId="26606"/>
          <ac:graphicFrameMkLst>
            <pc:docMk/>
            <pc:sldMk cId="140689058" sldId="259"/>
            <ac:graphicFrameMk id="32" creationId="{8957C8CE-D826-6C9F-2CF9-D150F319E49B}"/>
          </ac:graphicFrameMkLst>
        </pc:graphicFrameChg>
      </pc:sldChg>
      <pc:sldChg chg="addSp modSp mod setBg setClrOvrMap">
        <pc:chgData name="Ivan Carlos Gazin" userId="b1e18425-f377-4dc4-89dc-78c35dcee52f" providerId="ADAL" clId="{5184A949-9BBB-4E93-8477-2B64F51492D8}" dt="2025-06-14T18:41:37.912" v="246" actId="403"/>
        <pc:sldMkLst>
          <pc:docMk/>
          <pc:sldMk cId="186008140" sldId="260"/>
        </pc:sldMkLst>
        <pc:spChg chg="mod">
          <ac:chgData name="Ivan Carlos Gazin" userId="b1e18425-f377-4dc4-89dc-78c35dcee52f" providerId="ADAL" clId="{5184A949-9BBB-4E93-8477-2B64F51492D8}" dt="2025-06-14T18:41:31.796" v="242" actId="26606"/>
          <ac:spMkLst>
            <pc:docMk/>
            <pc:sldMk cId="186008140" sldId="260"/>
            <ac:spMk id="2" creationId="{B7BE78E7-056D-A5E0-FDE5-57181002CBD0}"/>
          </ac:spMkLst>
        </pc:spChg>
        <pc:spChg chg="mod">
          <ac:chgData name="Ivan Carlos Gazin" userId="b1e18425-f377-4dc4-89dc-78c35dcee52f" providerId="ADAL" clId="{5184A949-9BBB-4E93-8477-2B64F51492D8}" dt="2025-06-14T18:41:37.912" v="246" actId="403"/>
          <ac:spMkLst>
            <pc:docMk/>
            <pc:sldMk cId="186008140" sldId="260"/>
            <ac:spMk id="3" creationId="{7E6D9C57-B6FA-2A82-673C-92E754C8645B}"/>
          </ac:spMkLst>
        </pc:spChg>
        <pc:spChg chg="add">
          <ac:chgData name="Ivan Carlos Gazin" userId="b1e18425-f377-4dc4-89dc-78c35dcee52f" providerId="ADAL" clId="{5184A949-9BBB-4E93-8477-2B64F51492D8}" dt="2025-06-14T18:41:31.796" v="242" actId="26606"/>
          <ac:spMkLst>
            <pc:docMk/>
            <pc:sldMk cId="186008140" sldId="260"/>
            <ac:spMk id="8" creationId="{86C16C40-7C29-4ACC-B851-7E08E459B596}"/>
          </ac:spMkLst>
        </pc:spChg>
        <pc:grpChg chg="add">
          <ac:chgData name="Ivan Carlos Gazin" userId="b1e18425-f377-4dc4-89dc-78c35dcee52f" providerId="ADAL" clId="{5184A949-9BBB-4E93-8477-2B64F51492D8}" dt="2025-06-14T18:41:31.796" v="242" actId="26606"/>
          <ac:grpSpMkLst>
            <pc:docMk/>
            <pc:sldMk cId="186008140" sldId="260"/>
            <ac:grpSpMk id="10" creationId="{CDD733AE-DD5E-4C77-8BCD-72BF12A06BB1}"/>
          </ac:grpSpMkLst>
        </pc:grpChg>
      </pc:sldChg>
      <pc:sldChg chg="addSp delSp modSp mod setBg setClrOvrMap">
        <pc:chgData name="Ivan Carlos Gazin" userId="b1e18425-f377-4dc4-89dc-78c35dcee52f" providerId="ADAL" clId="{5184A949-9BBB-4E93-8477-2B64F51492D8}" dt="2025-06-14T18:45:31.447" v="256" actId="26606"/>
        <pc:sldMkLst>
          <pc:docMk/>
          <pc:sldMk cId="4174212678" sldId="261"/>
        </pc:sldMkLst>
        <pc:spChg chg="mod">
          <ac:chgData name="Ivan Carlos Gazin" userId="b1e18425-f377-4dc4-89dc-78c35dcee52f" providerId="ADAL" clId="{5184A949-9BBB-4E93-8477-2B64F51492D8}" dt="2025-06-14T18:45:31.447" v="256" actId="26606"/>
          <ac:spMkLst>
            <pc:docMk/>
            <pc:sldMk cId="4174212678" sldId="261"/>
            <ac:spMk id="2" creationId="{678B95E2-AD2A-B608-5FB3-32D746678CF7}"/>
          </ac:spMkLst>
        </pc:spChg>
        <pc:spChg chg="del mod">
          <ac:chgData name="Ivan Carlos Gazin" userId="b1e18425-f377-4dc4-89dc-78c35dcee52f" providerId="ADAL" clId="{5184A949-9BBB-4E93-8477-2B64F51492D8}" dt="2025-06-14T18:44:40.497" v="254" actId="26606"/>
          <ac:spMkLst>
            <pc:docMk/>
            <pc:sldMk cId="4174212678" sldId="261"/>
            <ac:spMk id="3" creationId="{8BF200D8-D0E0-4695-1650-412B9CF72A7E}"/>
          </ac:spMkLst>
        </pc:spChg>
        <pc:spChg chg="add del">
          <ac:chgData name="Ivan Carlos Gazin" userId="b1e18425-f377-4dc4-89dc-78c35dcee52f" providerId="ADAL" clId="{5184A949-9BBB-4E93-8477-2B64F51492D8}" dt="2025-06-14T18:44:40.497" v="254" actId="26606"/>
          <ac:spMkLst>
            <pc:docMk/>
            <pc:sldMk cId="4174212678" sldId="261"/>
            <ac:spMk id="8" creationId="{A65AC7D1-EAA9-48F5-B509-60A7F50BF703}"/>
          </ac:spMkLst>
        </pc:spChg>
        <pc:spChg chg="add">
          <ac:chgData name="Ivan Carlos Gazin" userId="b1e18425-f377-4dc4-89dc-78c35dcee52f" providerId="ADAL" clId="{5184A949-9BBB-4E93-8477-2B64F51492D8}" dt="2025-06-14T18:44:23.298" v="251" actId="26606"/>
          <ac:spMkLst>
            <pc:docMk/>
            <pc:sldMk cId="4174212678" sldId="261"/>
            <ac:spMk id="10" creationId="{D6320AF9-619A-4175-865B-5663E1AEF4C5}"/>
          </ac:spMkLst>
        </pc:spChg>
        <pc:spChg chg="add del">
          <ac:chgData name="Ivan Carlos Gazin" userId="b1e18425-f377-4dc4-89dc-78c35dcee52f" providerId="ADAL" clId="{5184A949-9BBB-4E93-8477-2B64F51492D8}" dt="2025-06-14T18:44:40.497" v="254" actId="26606"/>
          <ac:spMkLst>
            <pc:docMk/>
            <pc:sldMk cId="4174212678" sldId="261"/>
            <ac:spMk id="16" creationId="{7E018740-5C2B-4A41-AC1A-7E68D1EC1954}"/>
          </ac:spMkLst>
        </pc:spChg>
        <pc:spChg chg="add del">
          <ac:chgData name="Ivan Carlos Gazin" userId="b1e18425-f377-4dc4-89dc-78c35dcee52f" providerId="ADAL" clId="{5184A949-9BBB-4E93-8477-2B64F51492D8}" dt="2025-06-14T18:44:40.497" v="254" actId="26606"/>
          <ac:spMkLst>
            <pc:docMk/>
            <pc:sldMk cId="4174212678" sldId="261"/>
            <ac:spMk id="18" creationId="{166F75A4-C475-4941-8EE2-B80A06A2C1BB}"/>
          </ac:spMkLst>
        </pc:spChg>
        <pc:spChg chg="add del">
          <ac:chgData name="Ivan Carlos Gazin" userId="b1e18425-f377-4dc4-89dc-78c35dcee52f" providerId="ADAL" clId="{5184A949-9BBB-4E93-8477-2B64F51492D8}" dt="2025-06-14T18:44:40.497" v="254" actId="26606"/>
          <ac:spMkLst>
            <pc:docMk/>
            <pc:sldMk cId="4174212678" sldId="261"/>
            <ac:spMk id="20" creationId="{A032553A-72E8-4B0D-8405-FF9771C9AF05}"/>
          </ac:spMkLst>
        </pc:spChg>
        <pc:spChg chg="add del">
          <ac:chgData name="Ivan Carlos Gazin" userId="b1e18425-f377-4dc4-89dc-78c35dcee52f" providerId="ADAL" clId="{5184A949-9BBB-4E93-8477-2B64F51492D8}" dt="2025-06-14T18:44:40.497" v="254" actId="26606"/>
          <ac:spMkLst>
            <pc:docMk/>
            <pc:sldMk cId="4174212678" sldId="261"/>
            <ac:spMk id="22" creationId="{765800AC-C3B9-498E-87BC-29FAE4C76B21}"/>
          </ac:spMkLst>
        </pc:spChg>
        <pc:spChg chg="add del">
          <ac:chgData name="Ivan Carlos Gazin" userId="b1e18425-f377-4dc4-89dc-78c35dcee52f" providerId="ADAL" clId="{5184A949-9BBB-4E93-8477-2B64F51492D8}" dt="2025-06-14T18:44:40.497" v="254" actId="26606"/>
          <ac:spMkLst>
            <pc:docMk/>
            <pc:sldMk cId="4174212678" sldId="261"/>
            <ac:spMk id="24" creationId="{1F9D6ACB-2FF4-49F9-978A-E0D5327FC635}"/>
          </ac:spMkLst>
        </pc:spChg>
        <pc:spChg chg="add del">
          <ac:chgData name="Ivan Carlos Gazin" userId="b1e18425-f377-4dc4-89dc-78c35dcee52f" providerId="ADAL" clId="{5184A949-9BBB-4E93-8477-2B64F51492D8}" dt="2025-06-14T18:44:40.497" v="254" actId="26606"/>
          <ac:spMkLst>
            <pc:docMk/>
            <pc:sldMk cId="4174212678" sldId="261"/>
            <ac:spMk id="26" creationId="{142BFA2A-77A0-4F60-A32A-685681C84889}"/>
          </ac:spMkLst>
        </pc:spChg>
        <pc:spChg chg="add del">
          <ac:chgData name="Ivan Carlos Gazin" userId="b1e18425-f377-4dc4-89dc-78c35dcee52f" providerId="ADAL" clId="{5184A949-9BBB-4E93-8477-2B64F51492D8}" dt="2025-06-14T18:44:40.466" v="253" actId="26606"/>
          <ac:spMkLst>
            <pc:docMk/>
            <pc:sldMk cId="4174212678" sldId="261"/>
            <ac:spMk id="31" creationId="{86C16C40-7C29-4ACC-B851-7E08E459B596}"/>
          </ac:spMkLst>
        </pc:spChg>
        <pc:spChg chg="add del">
          <ac:chgData name="Ivan Carlos Gazin" userId="b1e18425-f377-4dc4-89dc-78c35dcee52f" providerId="ADAL" clId="{5184A949-9BBB-4E93-8477-2B64F51492D8}" dt="2025-06-14T18:45:31.447" v="256" actId="26606"/>
          <ac:spMkLst>
            <pc:docMk/>
            <pc:sldMk cId="4174212678" sldId="261"/>
            <ac:spMk id="45" creationId="{A65AC7D1-EAA9-48F5-B509-60A7F50BF703}"/>
          </ac:spMkLst>
        </pc:spChg>
        <pc:spChg chg="add del">
          <ac:chgData name="Ivan Carlos Gazin" userId="b1e18425-f377-4dc4-89dc-78c35dcee52f" providerId="ADAL" clId="{5184A949-9BBB-4E93-8477-2B64F51492D8}" dt="2025-06-14T18:45:31.447" v="256" actId="26606"/>
          <ac:spMkLst>
            <pc:docMk/>
            <pc:sldMk cId="4174212678" sldId="261"/>
            <ac:spMk id="46" creationId="{D6320AF9-619A-4175-865B-5663E1AEF4C5}"/>
          </ac:spMkLst>
        </pc:spChg>
        <pc:spChg chg="add del">
          <ac:chgData name="Ivan Carlos Gazin" userId="b1e18425-f377-4dc4-89dc-78c35dcee52f" providerId="ADAL" clId="{5184A949-9BBB-4E93-8477-2B64F51492D8}" dt="2025-06-14T18:45:31.447" v="256" actId="26606"/>
          <ac:spMkLst>
            <pc:docMk/>
            <pc:sldMk cId="4174212678" sldId="261"/>
            <ac:spMk id="50" creationId="{166F75A4-C475-4941-8EE2-B80A06A2C1BB}"/>
          </ac:spMkLst>
        </pc:spChg>
        <pc:spChg chg="add del">
          <ac:chgData name="Ivan Carlos Gazin" userId="b1e18425-f377-4dc4-89dc-78c35dcee52f" providerId="ADAL" clId="{5184A949-9BBB-4E93-8477-2B64F51492D8}" dt="2025-06-14T18:45:31.447" v="256" actId="26606"/>
          <ac:spMkLst>
            <pc:docMk/>
            <pc:sldMk cId="4174212678" sldId="261"/>
            <ac:spMk id="51" creationId="{A032553A-72E8-4B0D-8405-FF9771C9AF05}"/>
          </ac:spMkLst>
        </pc:spChg>
        <pc:spChg chg="add del">
          <ac:chgData name="Ivan Carlos Gazin" userId="b1e18425-f377-4dc4-89dc-78c35dcee52f" providerId="ADAL" clId="{5184A949-9BBB-4E93-8477-2B64F51492D8}" dt="2025-06-14T18:45:31.447" v="256" actId="26606"/>
          <ac:spMkLst>
            <pc:docMk/>
            <pc:sldMk cId="4174212678" sldId="261"/>
            <ac:spMk id="52" creationId="{765800AC-C3B9-498E-87BC-29FAE4C76B21}"/>
          </ac:spMkLst>
        </pc:spChg>
        <pc:spChg chg="add del">
          <ac:chgData name="Ivan Carlos Gazin" userId="b1e18425-f377-4dc4-89dc-78c35dcee52f" providerId="ADAL" clId="{5184A949-9BBB-4E93-8477-2B64F51492D8}" dt="2025-06-14T18:45:31.447" v="256" actId="26606"/>
          <ac:spMkLst>
            <pc:docMk/>
            <pc:sldMk cId="4174212678" sldId="261"/>
            <ac:spMk id="53" creationId="{1F9D6ACB-2FF4-49F9-978A-E0D5327FC635}"/>
          </ac:spMkLst>
        </pc:spChg>
        <pc:spChg chg="add del">
          <ac:chgData name="Ivan Carlos Gazin" userId="b1e18425-f377-4dc4-89dc-78c35dcee52f" providerId="ADAL" clId="{5184A949-9BBB-4E93-8477-2B64F51492D8}" dt="2025-06-14T18:45:31.447" v="256" actId="26606"/>
          <ac:spMkLst>
            <pc:docMk/>
            <pc:sldMk cId="4174212678" sldId="261"/>
            <ac:spMk id="54" creationId="{142BFA2A-77A0-4F60-A32A-685681C84889}"/>
          </ac:spMkLst>
        </pc:spChg>
        <pc:spChg chg="add del">
          <ac:chgData name="Ivan Carlos Gazin" userId="b1e18425-f377-4dc4-89dc-78c35dcee52f" providerId="ADAL" clId="{5184A949-9BBB-4E93-8477-2B64F51492D8}" dt="2025-06-14T18:45:31.447" v="256" actId="26606"/>
          <ac:spMkLst>
            <pc:docMk/>
            <pc:sldMk cId="4174212678" sldId="261"/>
            <ac:spMk id="59" creationId="{655AE6B0-AC9E-4167-806F-E9DB135FC46B}"/>
          </ac:spMkLst>
        </pc:spChg>
        <pc:spChg chg="add del">
          <ac:chgData name="Ivan Carlos Gazin" userId="b1e18425-f377-4dc4-89dc-78c35dcee52f" providerId="ADAL" clId="{5184A949-9BBB-4E93-8477-2B64F51492D8}" dt="2025-06-14T18:45:31.447" v="256" actId="26606"/>
          <ac:spMkLst>
            <pc:docMk/>
            <pc:sldMk cId="4174212678" sldId="261"/>
            <ac:spMk id="72" creationId="{87BD1F4E-A66D-4C06-86DA-8D56CA7A3B41}"/>
          </ac:spMkLst>
        </pc:spChg>
      </pc:sldChg>
      <pc:sldChg chg="addSp delSp modSp del">
        <pc:chgData name="Ivan Carlos Gazin" userId="b1e18425-f377-4dc4-89dc-78c35dcee52f" providerId="ADAL" clId="{5184A949-9BBB-4E93-8477-2B64F51492D8}" dt="2025-06-14T18:48:21.032" v="283" actId="47"/>
        <pc:sldMkLst>
          <pc:docMk/>
          <pc:sldMk cId="3758314795" sldId="262"/>
        </pc:sldMkLst>
        <pc:spChg chg="del">
          <ac:chgData name="Ivan Carlos Gazin" userId="b1e18425-f377-4dc4-89dc-78c35dcee52f" providerId="ADAL" clId="{5184A949-9BBB-4E93-8477-2B64F51492D8}" dt="2025-06-14T18:47:07.222" v="269" actId="21"/>
          <ac:spMkLst>
            <pc:docMk/>
            <pc:sldMk cId="3758314795" sldId="262"/>
            <ac:spMk id="4" creationId="{D5D2ECFB-9BAC-EF1C-6B56-52F8A6E22D97}"/>
          </ac:spMkLst>
        </pc:spChg>
        <pc:picChg chg="add del mod">
          <ac:chgData name="Ivan Carlos Gazin" userId="b1e18425-f377-4dc4-89dc-78c35dcee52f" providerId="ADAL" clId="{5184A949-9BBB-4E93-8477-2B64F51492D8}" dt="2025-06-14T18:47:07.222" v="269" actId="21"/>
          <ac:picMkLst>
            <pc:docMk/>
            <pc:sldMk cId="3758314795" sldId="262"/>
            <ac:picMk id="3" creationId="{7C2A2434-1EC9-B1E8-91BC-88D1BCA78693}"/>
          </ac:picMkLst>
        </pc:picChg>
        <pc:picChg chg="add del">
          <ac:chgData name="Ivan Carlos Gazin" userId="b1e18425-f377-4dc4-89dc-78c35dcee52f" providerId="ADAL" clId="{5184A949-9BBB-4E93-8477-2B64F51492D8}" dt="2025-06-14T18:47:07.222" v="269" actId="21"/>
          <ac:picMkLst>
            <pc:docMk/>
            <pc:sldMk cId="3758314795" sldId="262"/>
            <ac:picMk id="3074" creationId="{011B77A4-62B3-141D-6BED-80806A07E292}"/>
          </ac:picMkLst>
        </pc:picChg>
        <pc:picChg chg="del">
          <ac:chgData name="Ivan Carlos Gazin" userId="b1e18425-f377-4dc4-89dc-78c35dcee52f" providerId="ADAL" clId="{5184A949-9BBB-4E93-8477-2B64F51492D8}" dt="2025-06-14T18:46:09.319" v="259" actId="21"/>
          <ac:picMkLst>
            <pc:docMk/>
            <pc:sldMk cId="3758314795" sldId="262"/>
            <ac:picMk id="3076" creationId="{7C2A2434-1EC9-B1E8-91BC-88D1BCA78693}"/>
          </ac:picMkLst>
        </pc:picChg>
      </pc:sldChg>
      <pc:sldChg chg="addSp delSp modSp mod setBg">
        <pc:chgData name="Ivan Carlos Gazin" userId="b1e18425-f377-4dc4-89dc-78c35dcee52f" providerId="ADAL" clId="{5184A949-9BBB-4E93-8477-2B64F51492D8}" dt="2025-06-14T18:53:26.266" v="299" actId="1076"/>
        <pc:sldMkLst>
          <pc:docMk/>
          <pc:sldMk cId="3107354139" sldId="263"/>
        </pc:sldMkLst>
        <pc:spChg chg="mod">
          <ac:chgData name="Ivan Carlos Gazin" userId="b1e18425-f377-4dc4-89dc-78c35dcee52f" providerId="ADAL" clId="{5184A949-9BBB-4E93-8477-2B64F51492D8}" dt="2025-06-14T18:42:03.990" v="247" actId="26606"/>
          <ac:spMkLst>
            <pc:docMk/>
            <pc:sldMk cId="3107354139" sldId="263"/>
            <ac:spMk id="6" creationId="{3A00949D-7DD8-CF43-A903-D0F8F8C2D4D0}"/>
          </ac:spMkLst>
        </pc:spChg>
        <pc:spChg chg="add del">
          <ac:chgData name="Ivan Carlos Gazin" userId="b1e18425-f377-4dc4-89dc-78c35dcee52f" providerId="ADAL" clId="{5184A949-9BBB-4E93-8477-2B64F51492D8}" dt="2025-06-14T18:42:10.883" v="248" actId="478"/>
          <ac:spMkLst>
            <pc:docMk/>
            <pc:sldMk cId="3107354139" sldId="263"/>
            <ac:spMk id="10" creationId="{F7B48456-1990-0909-C257-9A8CD820261E}"/>
          </ac:spMkLst>
        </pc:spChg>
        <pc:spChg chg="add">
          <ac:chgData name="Ivan Carlos Gazin" userId="b1e18425-f377-4dc4-89dc-78c35dcee52f" providerId="ADAL" clId="{5184A949-9BBB-4E93-8477-2B64F51492D8}" dt="2025-06-14T18:42:03.990" v="247" actId="26606"/>
          <ac:spMkLst>
            <pc:docMk/>
            <pc:sldMk cId="3107354139" sldId="263"/>
            <ac:spMk id="13" creationId="{9F4444CE-BC8D-4D61-B303-4C05614E62AB}"/>
          </ac:spMkLst>
        </pc:spChg>
        <pc:spChg chg="add">
          <ac:chgData name="Ivan Carlos Gazin" userId="b1e18425-f377-4dc4-89dc-78c35dcee52f" providerId="ADAL" clId="{5184A949-9BBB-4E93-8477-2B64F51492D8}" dt="2025-06-14T18:42:03.990" v="247" actId="26606"/>
          <ac:spMkLst>
            <pc:docMk/>
            <pc:sldMk cId="3107354139" sldId="263"/>
            <ac:spMk id="15" creationId="{62423CA5-E2E1-4789-B759-9906C1C94063}"/>
          </ac:spMkLst>
        </pc:spChg>
        <pc:spChg chg="add">
          <ac:chgData name="Ivan Carlos Gazin" userId="b1e18425-f377-4dc4-89dc-78c35dcee52f" providerId="ADAL" clId="{5184A949-9BBB-4E93-8477-2B64F51492D8}" dt="2025-06-14T18:42:03.990" v="247" actId="26606"/>
          <ac:spMkLst>
            <pc:docMk/>
            <pc:sldMk cId="3107354139" sldId="263"/>
            <ac:spMk id="17" creationId="{73772B81-181F-48B7-8826-4D9686D15DF5}"/>
          </ac:spMkLst>
        </pc:spChg>
        <pc:spChg chg="add">
          <ac:chgData name="Ivan Carlos Gazin" userId="b1e18425-f377-4dc4-89dc-78c35dcee52f" providerId="ADAL" clId="{5184A949-9BBB-4E93-8477-2B64F51492D8}" dt="2025-06-14T18:42:03.990" v="247" actId="26606"/>
          <ac:spMkLst>
            <pc:docMk/>
            <pc:sldMk cId="3107354139" sldId="263"/>
            <ac:spMk id="19" creationId="{B2205F6E-03C6-4E92-877C-E2482F6599AA}"/>
          </ac:spMkLst>
        </pc:spChg>
        <pc:picChg chg="mod ord">
          <ac:chgData name="Ivan Carlos Gazin" userId="b1e18425-f377-4dc4-89dc-78c35dcee52f" providerId="ADAL" clId="{5184A949-9BBB-4E93-8477-2B64F51492D8}" dt="2025-06-14T18:53:26.266" v="299" actId="1076"/>
          <ac:picMkLst>
            <pc:docMk/>
            <pc:sldMk cId="3107354139" sldId="263"/>
            <ac:picMk id="5" creationId="{CEAF38BE-2A2C-8B12-0B46-ADA2019BC086}"/>
          </ac:picMkLst>
        </pc:picChg>
      </pc:sldChg>
      <pc:sldChg chg="addSp delSp modSp mod setBg setClrOvrMap">
        <pc:chgData name="Ivan Carlos Gazin" userId="b1e18425-f377-4dc4-89dc-78c35dcee52f" providerId="ADAL" clId="{5184A949-9BBB-4E93-8477-2B64F51492D8}" dt="2025-06-14T18:54:46.564" v="310" actId="27636"/>
        <pc:sldMkLst>
          <pc:docMk/>
          <pc:sldMk cId="3591201323" sldId="264"/>
        </pc:sldMkLst>
        <pc:spChg chg="mod">
          <ac:chgData name="Ivan Carlos Gazin" userId="b1e18425-f377-4dc4-89dc-78c35dcee52f" providerId="ADAL" clId="{5184A949-9BBB-4E93-8477-2B64F51492D8}" dt="2025-06-14T18:54:46.535" v="309" actId="26606"/>
          <ac:spMkLst>
            <pc:docMk/>
            <pc:sldMk cId="3591201323" sldId="264"/>
            <ac:spMk id="2" creationId="{94E3CB0D-D67A-D132-C098-32F37E6AB878}"/>
          </ac:spMkLst>
        </pc:spChg>
        <pc:spChg chg="mod">
          <ac:chgData name="Ivan Carlos Gazin" userId="b1e18425-f377-4dc4-89dc-78c35dcee52f" providerId="ADAL" clId="{5184A949-9BBB-4E93-8477-2B64F51492D8}" dt="2025-06-14T18:54:46.564" v="310" actId="27636"/>
          <ac:spMkLst>
            <pc:docMk/>
            <pc:sldMk cId="3591201323" sldId="264"/>
            <ac:spMk id="3" creationId="{8B82C2B3-D883-2716-DF11-B71F68F07975}"/>
          </ac:spMkLst>
        </pc:spChg>
        <pc:spChg chg="add">
          <ac:chgData name="Ivan Carlos Gazin" userId="b1e18425-f377-4dc4-89dc-78c35dcee52f" providerId="ADAL" clId="{5184A949-9BBB-4E93-8477-2B64F51492D8}" dt="2025-06-14T18:54:46.535" v="309" actId="26606"/>
          <ac:spMkLst>
            <pc:docMk/>
            <pc:sldMk cId="3591201323" sldId="264"/>
            <ac:spMk id="8" creationId="{86C16C40-7C29-4ACC-B851-7E08E459B596}"/>
          </ac:spMkLst>
        </pc:spChg>
        <pc:grpChg chg="add">
          <ac:chgData name="Ivan Carlos Gazin" userId="b1e18425-f377-4dc4-89dc-78c35dcee52f" providerId="ADAL" clId="{5184A949-9BBB-4E93-8477-2B64F51492D8}" dt="2025-06-14T18:54:46.535" v="309" actId="26606"/>
          <ac:grpSpMkLst>
            <pc:docMk/>
            <pc:sldMk cId="3591201323" sldId="264"/>
            <ac:grpSpMk id="10" creationId="{CDD733AE-DD5E-4C77-8BCD-72BF12A06BB1}"/>
          </ac:grpSpMkLst>
        </pc:grpChg>
        <pc:picChg chg="add del">
          <ac:chgData name="Ivan Carlos Gazin" userId="b1e18425-f377-4dc4-89dc-78c35dcee52f" providerId="ADAL" clId="{5184A949-9BBB-4E93-8477-2B64F51492D8}" dt="2025-06-14T18:45:57.159" v="257" actId="21"/>
          <ac:picMkLst>
            <pc:docMk/>
            <pc:sldMk cId="3591201323" sldId="264"/>
            <ac:picMk id="5" creationId="{B334C43A-D60A-6BBB-AB5D-D2B12D093850}"/>
          </ac:picMkLst>
        </pc:picChg>
        <pc:picChg chg="add del mod">
          <ac:chgData name="Ivan Carlos Gazin" userId="b1e18425-f377-4dc4-89dc-78c35dcee52f" providerId="ADAL" clId="{5184A949-9BBB-4E93-8477-2B64F51492D8}" dt="2025-06-14T18:53:50.088" v="308" actId="478"/>
          <ac:picMkLst>
            <pc:docMk/>
            <pc:sldMk cId="3591201323" sldId="264"/>
            <ac:picMk id="6" creationId="{B334C43A-D60A-6BBB-AB5D-D2B12D093850}"/>
          </ac:picMkLst>
        </pc:picChg>
      </pc:sldChg>
      <pc:sldChg chg="addSp delSp modSp add mod setBg setClrOvrMap delDesignElem">
        <pc:chgData name="Ivan Carlos Gazin" userId="b1e18425-f377-4dc4-89dc-78c35dcee52f" providerId="ADAL" clId="{5184A949-9BBB-4E93-8477-2B64F51492D8}" dt="2025-06-14T18:48:08.004" v="282" actId="1076"/>
        <pc:sldMkLst>
          <pc:docMk/>
          <pc:sldMk cId="1646180926" sldId="265"/>
        </pc:sldMkLst>
        <pc:spChg chg="mod">
          <ac:chgData name="Ivan Carlos Gazin" userId="b1e18425-f377-4dc4-89dc-78c35dcee52f" providerId="ADAL" clId="{5184A949-9BBB-4E93-8477-2B64F51492D8}" dt="2025-06-14T18:46:58.542" v="268"/>
          <ac:spMkLst>
            <pc:docMk/>
            <pc:sldMk cId="1646180926" sldId="265"/>
            <ac:spMk id="2" creationId="{E65D37AF-DBA9-5161-5B1E-8ADA6DABB63F}"/>
          </ac:spMkLst>
        </pc:spChg>
        <pc:spChg chg="del mod">
          <ac:chgData name="Ivan Carlos Gazin" userId="b1e18425-f377-4dc4-89dc-78c35dcee52f" providerId="ADAL" clId="{5184A949-9BBB-4E93-8477-2B64F51492D8}" dt="2025-06-14T18:46:50.447" v="267" actId="478"/>
          <ac:spMkLst>
            <pc:docMk/>
            <pc:sldMk cId="1646180926" sldId="265"/>
            <ac:spMk id="3" creationId="{332C0E0D-F8D1-E668-A26F-8AE2F610F553}"/>
          </ac:spMkLst>
        </pc:spChg>
        <pc:spChg chg="add">
          <ac:chgData name="Ivan Carlos Gazin" userId="b1e18425-f377-4dc4-89dc-78c35dcee52f" providerId="ADAL" clId="{5184A949-9BBB-4E93-8477-2B64F51492D8}" dt="2025-06-14T18:46:45.188" v="265" actId="26606"/>
          <ac:spMkLst>
            <pc:docMk/>
            <pc:sldMk cId="1646180926" sldId="265"/>
            <ac:spMk id="5" creationId="{86C16C40-7C29-4ACC-B851-7E08E459B596}"/>
          </ac:spMkLst>
        </pc:spChg>
        <pc:spChg chg="add del mod">
          <ac:chgData name="Ivan Carlos Gazin" userId="b1e18425-f377-4dc4-89dc-78c35dcee52f" providerId="ADAL" clId="{5184A949-9BBB-4E93-8477-2B64F51492D8}" dt="2025-06-14T18:47:27.325" v="273" actId="478"/>
          <ac:spMkLst>
            <pc:docMk/>
            <pc:sldMk cId="1646180926" sldId="265"/>
            <ac:spMk id="7" creationId="{4A2FB449-EA61-854C-7A6E-53F232A3F099}"/>
          </ac:spMkLst>
        </pc:spChg>
        <pc:spChg chg="del">
          <ac:chgData name="Ivan Carlos Gazin" userId="b1e18425-f377-4dc4-89dc-78c35dcee52f" providerId="ADAL" clId="{5184A949-9BBB-4E93-8477-2B64F51492D8}" dt="2025-06-14T18:46:42.580" v="264"/>
          <ac:spMkLst>
            <pc:docMk/>
            <pc:sldMk cId="1646180926" sldId="265"/>
            <ac:spMk id="8" creationId="{C561856E-B1C6-2969-AEDD-AE788E0BA177}"/>
          </ac:spMkLst>
        </pc:spChg>
        <pc:spChg chg="add mod">
          <ac:chgData name="Ivan Carlos Gazin" userId="b1e18425-f377-4dc4-89dc-78c35dcee52f" providerId="ADAL" clId="{5184A949-9BBB-4E93-8477-2B64F51492D8}" dt="2025-06-14T18:48:08.004" v="282" actId="1076"/>
          <ac:spMkLst>
            <pc:docMk/>
            <pc:sldMk cId="1646180926" sldId="265"/>
            <ac:spMk id="9" creationId="{D5D2ECFB-9BAC-EF1C-6B56-52F8A6E22D97}"/>
          </ac:spMkLst>
        </pc:spChg>
        <pc:grpChg chg="add">
          <ac:chgData name="Ivan Carlos Gazin" userId="b1e18425-f377-4dc4-89dc-78c35dcee52f" providerId="ADAL" clId="{5184A949-9BBB-4E93-8477-2B64F51492D8}" dt="2025-06-14T18:46:45.188" v="265" actId="26606"/>
          <ac:grpSpMkLst>
            <pc:docMk/>
            <pc:sldMk cId="1646180926" sldId="265"/>
            <ac:grpSpMk id="6" creationId="{CDD733AE-DD5E-4C77-8BCD-72BF12A06BB1}"/>
          </ac:grpSpMkLst>
        </pc:grpChg>
        <pc:grpChg chg="del">
          <ac:chgData name="Ivan Carlos Gazin" userId="b1e18425-f377-4dc4-89dc-78c35dcee52f" providerId="ADAL" clId="{5184A949-9BBB-4E93-8477-2B64F51492D8}" dt="2025-06-14T18:46:42.580" v="264"/>
          <ac:grpSpMkLst>
            <pc:docMk/>
            <pc:sldMk cId="1646180926" sldId="265"/>
            <ac:grpSpMk id="10" creationId="{C3E51DAD-7747-F3D2-9007-E431B585B940}"/>
          </ac:grpSpMkLst>
        </pc:grpChg>
        <pc:picChg chg="add mod">
          <ac:chgData name="Ivan Carlos Gazin" userId="b1e18425-f377-4dc4-89dc-78c35dcee52f" providerId="ADAL" clId="{5184A949-9BBB-4E93-8477-2B64F51492D8}" dt="2025-06-14T18:48:04.378" v="281" actId="1076"/>
          <ac:picMkLst>
            <pc:docMk/>
            <pc:sldMk cId="1646180926" sldId="265"/>
            <ac:picMk id="21" creationId="{7C2A2434-1EC9-B1E8-91BC-88D1BCA78693}"/>
          </ac:picMkLst>
        </pc:picChg>
        <pc:picChg chg="add mod">
          <ac:chgData name="Ivan Carlos Gazin" userId="b1e18425-f377-4dc4-89dc-78c35dcee52f" providerId="ADAL" clId="{5184A949-9BBB-4E93-8477-2B64F51492D8}" dt="2025-06-14T18:48:04.378" v="281" actId="1076"/>
          <ac:picMkLst>
            <pc:docMk/>
            <pc:sldMk cId="1646180926" sldId="265"/>
            <ac:picMk id="3074" creationId="{011B77A4-62B3-141D-6BED-80806A07E292}"/>
          </ac:picMkLst>
        </pc:picChg>
      </pc:sldChg>
      <pc:sldChg chg="addSp delSp modSp del mod">
        <pc:chgData name="Ivan Carlos Gazin" userId="b1e18425-f377-4dc4-89dc-78c35dcee52f" providerId="ADAL" clId="{5184A949-9BBB-4E93-8477-2B64F51492D8}" dt="2025-06-14T18:38:20.299" v="216" actId="47"/>
        <pc:sldMkLst>
          <pc:docMk/>
          <pc:sldMk cId="4027067083" sldId="265"/>
        </pc:sldMkLst>
      </pc:sldChg>
      <pc:sldChg chg="addSp delSp modSp new mod setBg addAnim setClrOvrMap">
        <pc:chgData name="Ivan Carlos Gazin" userId="b1e18425-f377-4dc4-89dc-78c35dcee52f" providerId="ADAL" clId="{5184A949-9BBB-4E93-8477-2B64F51492D8}" dt="2025-06-14T18:50:25.530" v="298" actId="790"/>
        <pc:sldMkLst>
          <pc:docMk/>
          <pc:sldMk cId="410526123" sldId="266"/>
        </pc:sldMkLst>
        <pc:spChg chg="mod">
          <ac:chgData name="Ivan Carlos Gazin" userId="b1e18425-f377-4dc4-89dc-78c35dcee52f" providerId="ADAL" clId="{5184A949-9BBB-4E93-8477-2B64F51492D8}" dt="2025-06-14T18:50:25.530" v="298" actId="790"/>
          <ac:spMkLst>
            <pc:docMk/>
            <pc:sldMk cId="410526123" sldId="266"/>
            <ac:spMk id="2" creationId="{4C4DFF8D-01D3-8AB7-3685-8DC0701672D8}"/>
          </ac:spMkLst>
        </pc:spChg>
        <pc:spChg chg="del">
          <ac:chgData name="Ivan Carlos Gazin" userId="b1e18425-f377-4dc4-89dc-78c35dcee52f" providerId="ADAL" clId="{5184A949-9BBB-4E93-8477-2B64F51492D8}" dt="2025-06-14T18:49:14.584" v="285" actId="26606"/>
          <ac:spMkLst>
            <pc:docMk/>
            <pc:sldMk cId="410526123" sldId="266"/>
            <ac:spMk id="3" creationId="{34C37BF0-75B3-3394-685F-7FB095571FE7}"/>
          </ac:spMkLst>
        </pc:spChg>
        <pc:spChg chg="add del">
          <ac:chgData name="Ivan Carlos Gazin" userId="b1e18425-f377-4dc4-89dc-78c35dcee52f" providerId="ADAL" clId="{5184A949-9BBB-4E93-8477-2B64F51492D8}" dt="2025-06-14T18:50:09.720" v="295" actId="26606"/>
          <ac:spMkLst>
            <pc:docMk/>
            <pc:sldMk cId="410526123" sldId="266"/>
            <ac:spMk id="20" creationId="{9179DE42-5613-4B35-A1E6-6CCBAA13C743}"/>
          </ac:spMkLst>
        </pc:spChg>
        <pc:spChg chg="add del">
          <ac:chgData name="Ivan Carlos Gazin" userId="b1e18425-f377-4dc4-89dc-78c35dcee52f" providerId="ADAL" clId="{5184A949-9BBB-4E93-8477-2B64F51492D8}" dt="2025-06-14T18:50:09.720" v="295" actId="26606"/>
          <ac:spMkLst>
            <pc:docMk/>
            <pc:sldMk cId="410526123" sldId="266"/>
            <ac:spMk id="26" creationId="{52FB45E9-914E-4471-AC87-E475CD51767D}"/>
          </ac:spMkLst>
        </pc:spChg>
        <pc:spChg chg="add del">
          <ac:chgData name="Ivan Carlos Gazin" userId="b1e18425-f377-4dc4-89dc-78c35dcee52f" providerId="ADAL" clId="{5184A949-9BBB-4E93-8477-2B64F51492D8}" dt="2025-06-14T18:50:09.720" v="295" actId="26606"/>
          <ac:spMkLst>
            <pc:docMk/>
            <pc:sldMk cId="410526123" sldId="266"/>
            <ac:spMk id="28" creationId="{C310626D-5743-49D4-8F7D-88C4F8F05774}"/>
          </ac:spMkLst>
        </pc:spChg>
        <pc:spChg chg="add del">
          <ac:chgData name="Ivan Carlos Gazin" userId="b1e18425-f377-4dc4-89dc-78c35dcee52f" providerId="ADAL" clId="{5184A949-9BBB-4E93-8477-2B64F51492D8}" dt="2025-06-14T18:50:09.720" v="295" actId="26606"/>
          <ac:spMkLst>
            <pc:docMk/>
            <pc:sldMk cId="410526123" sldId="266"/>
            <ac:spMk id="30" creationId="{3C195FC1-B568-4C72-9902-34CB35DDD7A1}"/>
          </ac:spMkLst>
        </pc:spChg>
        <pc:spChg chg="add del">
          <ac:chgData name="Ivan Carlos Gazin" userId="b1e18425-f377-4dc4-89dc-78c35dcee52f" providerId="ADAL" clId="{5184A949-9BBB-4E93-8477-2B64F51492D8}" dt="2025-06-14T18:50:09.720" v="295" actId="26606"/>
          <ac:spMkLst>
            <pc:docMk/>
            <pc:sldMk cId="410526123" sldId="266"/>
            <ac:spMk id="32" creationId="{EF2BDF77-362C-43F0-8CBB-A969EC2AE0C4}"/>
          </ac:spMkLst>
        </pc:spChg>
        <pc:spChg chg="add del">
          <ac:chgData name="Ivan Carlos Gazin" userId="b1e18425-f377-4dc4-89dc-78c35dcee52f" providerId="ADAL" clId="{5184A949-9BBB-4E93-8477-2B64F51492D8}" dt="2025-06-14T18:50:09.720" v="295" actId="26606"/>
          <ac:spMkLst>
            <pc:docMk/>
            <pc:sldMk cId="410526123" sldId="266"/>
            <ac:spMk id="34" creationId="{4BE96B01-3929-432D-B8C2-ADBCB74C2EF4}"/>
          </ac:spMkLst>
        </pc:spChg>
        <pc:spChg chg="add del">
          <ac:chgData name="Ivan Carlos Gazin" userId="b1e18425-f377-4dc4-89dc-78c35dcee52f" providerId="ADAL" clId="{5184A949-9BBB-4E93-8477-2B64F51492D8}" dt="2025-06-14T18:50:09.720" v="295" actId="26606"/>
          <ac:spMkLst>
            <pc:docMk/>
            <pc:sldMk cId="410526123" sldId="266"/>
            <ac:spMk id="36" creationId="{2A6FCDE6-CDE2-4C51-B18E-A95CFB679714}"/>
          </ac:spMkLst>
        </pc:spChg>
        <pc:spChg chg="add del">
          <ac:chgData name="Ivan Carlos Gazin" userId="b1e18425-f377-4dc4-89dc-78c35dcee52f" providerId="ADAL" clId="{5184A949-9BBB-4E93-8477-2B64F51492D8}" dt="2025-06-14T18:50:09.720" v="295" actId="26606"/>
          <ac:spMkLst>
            <pc:docMk/>
            <pc:sldMk cId="410526123" sldId="266"/>
            <ac:spMk id="38" creationId="{9D2E8756-2465-473A-BA2A-2DB1D6224745}"/>
          </ac:spMkLst>
        </pc:spChg>
        <pc:spChg chg="add">
          <ac:chgData name="Ivan Carlos Gazin" userId="b1e18425-f377-4dc4-89dc-78c35dcee52f" providerId="ADAL" clId="{5184A949-9BBB-4E93-8477-2B64F51492D8}" dt="2025-06-14T18:50:09.720" v="295" actId="26606"/>
          <ac:spMkLst>
            <pc:docMk/>
            <pc:sldMk cId="410526123" sldId="266"/>
            <ac:spMk id="55" creationId="{27577DEC-D9A5-404D-9789-702F4319BEC8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4E6696-36C6-4BAF-B7FD-F2B5A55A0A5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31B7C23-8FAC-477F-8741-7475FDDB4EB8}">
      <dgm:prSet/>
      <dgm:spPr/>
      <dgm:t>
        <a:bodyPr/>
        <a:lstStyle/>
        <a:p>
          <a:r>
            <a:rPr lang="pt-BR" b="0"/>
            <a:t>Melhoria na experiência do cliente</a:t>
          </a:r>
          <a:endParaRPr lang="en-US"/>
        </a:p>
      </dgm:t>
    </dgm:pt>
    <dgm:pt modelId="{87843E12-B043-4448-91E9-B33D346A0F25}" type="parTrans" cxnId="{9DC29719-DC7C-4FAA-B1AD-8E1350F4C94E}">
      <dgm:prSet/>
      <dgm:spPr/>
      <dgm:t>
        <a:bodyPr/>
        <a:lstStyle/>
        <a:p>
          <a:endParaRPr lang="en-US"/>
        </a:p>
      </dgm:t>
    </dgm:pt>
    <dgm:pt modelId="{83966D1E-3F63-4492-86CB-5FBD7A9D47D5}" type="sibTrans" cxnId="{9DC29719-DC7C-4FAA-B1AD-8E1350F4C94E}">
      <dgm:prSet/>
      <dgm:spPr/>
      <dgm:t>
        <a:bodyPr/>
        <a:lstStyle/>
        <a:p>
          <a:endParaRPr lang="en-US"/>
        </a:p>
      </dgm:t>
    </dgm:pt>
    <dgm:pt modelId="{C17E08D7-AEAD-40DE-8A7F-B8BBE72E5EEB}">
      <dgm:prSet/>
      <dgm:spPr/>
      <dgm:t>
        <a:bodyPr/>
        <a:lstStyle/>
        <a:p>
          <a:r>
            <a:rPr lang="pt-BR" b="0"/>
            <a:t>Otimização da oferta de produtos</a:t>
          </a:r>
          <a:endParaRPr lang="en-US"/>
        </a:p>
      </dgm:t>
    </dgm:pt>
    <dgm:pt modelId="{B0139257-1C93-46F3-BD6D-3C6526E3E7B0}" type="parTrans" cxnId="{1125BD96-7EA3-4342-9DA7-50D6AC65D955}">
      <dgm:prSet/>
      <dgm:spPr/>
      <dgm:t>
        <a:bodyPr/>
        <a:lstStyle/>
        <a:p>
          <a:endParaRPr lang="en-US"/>
        </a:p>
      </dgm:t>
    </dgm:pt>
    <dgm:pt modelId="{1C67FC14-FE5E-4C0B-A3F0-7880EC90EBE1}" type="sibTrans" cxnId="{1125BD96-7EA3-4342-9DA7-50D6AC65D955}">
      <dgm:prSet/>
      <dgm:spPr/>
      <dgm:t>
        <a:bodyPr/>
        <a:lstStyle/>
        <a:p>
          <a:endParaRPr lang="en-US"/>
        </a:p>
      </dgm:t>
    </dgm:pt>
    <dgm:pt modelId="{F0F651D9-A9BC-4033-B381-FC4228768565}">
      <dgm:prSet/>
      <dgm:spPr/>
      <dgm:t>
        <a:bodyPr/>
        <a:lstStyle/>
        <a:p>
          <a:r>
            <a:rPr lang="pt-BR" b="0"/>
            <a:t>Geração de insights estratégicos para a fintech</a:t>
          </a:r>
          <a:endParaRPr lang="en-US"/>
        </a:p>
      </dgm:t>
    </dgm:pt>
    <dgm:pt modelId="{4042C42E-2E15-4BA4-9ABB-E03E5F81E863}" type="parTrans" cxnId="{A88BFABF-9213-4E88-8D81-8096113FA4DA}">
      <dgm:prSet/>
      <dgm:spPr/>
      <dgm:t>
        <a:bodyPr/>
        <a:lstStyle/>
        <a:p>
          <a:endParaRPr lang="en-US"/>
        </a:p>
      </dgm:t>
    </dgm:pt>
    <dgm:pt modelId="{E998DAFA-2CC1-463A-8B07-00772CE7A671}" type="sibTrans" cxnId="{A88BFABF-9213-4E88-8D81-8096113FA4DA}">
      <dgm:prSet/>
      <dgm:spPr/>
      <dgm:t>
        <a:bodyPr/>
        <a:lstStyle/>
        <a:p>
          <a:endParaRPr lang="en-US"/>
        </a:p>
      </dgm:t>
    </dgm:pt>
    <dgm:pt modelId="{6185A44E-FFCA-4F28-ADBD-08793813AAC8}" type="pres">
      <dgm:prSet presAssocID="{344E6696-36C6-4BAF-B7FD-F2B5A55A0A51}" presName="root" presStyleCnt="0">
        <dgm:presLayoutVars>
          <dgm:dir/>
          <dgm:resizeHandles val="exact"/>
        </dgm:presLayoutVars>
      </dgm:prSet>
      <dgm:spPr/>
    </dgm:pt>
    <dgm:pt modelId="{AD236F33-A0F3-4994-8C0B-4A18A772C334}" type="pres">
      <dgm:prSet presAssocID="{D31B7C23-8FAC-477F-8741-7475FDDB4EB8}" presName="compNode" presStyleCnt="0"/>
      <dgm:spPr/>
    </dgm:pt>
    <dgm:pt modelId="{B017E31A-A760-452A-A352-8D84ECCFF42A}" type="pres">
      <dgm:prSet presAssocID="{D31B7C23-8FAC-477F-8741-7475FDDB4EB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A493DDD7-75C7-434A-9E44-978AEB635B6C}" type="pres">
      <dgm:prSet presAssocID="{D31B7C23-8FAC-477F-8741-7475FDDB4EB8}" presName="spaceRect" presStyleCnt="0"/>
      <dgm:spPr/>
    </dgm:pt>
    <dgm:pt modelId="{48AAB191-A703-415D-9DD6-357B94135DB6}" type="pres">
      <dgm:prSet presAssocID="{D31B7C23-8FAC-477F-8741-7475FDDB4EB8}" presName="textRect" presStyleLbl="revTx" presStyleIdx="0" presStyleCnt="3">
        <dgm:presLayoutVars>
          <dgm:chMax val="1"/>
          <dgm:chPref val="1"/>
        </dgm:presLayoutVars>
      </dgm:prSet>
      <dgm:spPr/>
    </dgm:pt>
    <dgm:pt modelId="{F65829D3-DCE9-471B-8416-E7953C369B69}" type="pres">
      <dgm:prSet presAssocID="{83966D1E-3F63-4492-86CB-5FBD7A9D47D5}" presName="sibTrans" presStyleCnt="0"/>
      <dgm:spPr/>
    </dgm:pt>
    <dgm:pt modelId="{D97E992D-5587-4C1E-95B5-B21F5D9E6B36}" type="pres">
      <dgm:prSet presAssocID="{C17E08D7-AEAD-40DE-8A7F-B8BBE72E5EEB}" presName="compNode" presStyleCnt="0"/>
      <dgm:spPr/>
    </dgm:pt>
    <dgm:pt modelId="{95F98311-0F01-48B9-89B2-B6E641C514B4}" type="pres">
      <dgm:prSet presAssocID="{C17E08D7-AEAD-40DE-8A7F-B8BBE72E5EE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A4C72BEC-857E-4ECD-8972-17A75F6A0C1A}" type="pres">
      <dgm:prSet presAssocID="{C17E08D7-AEAD-40DE-8A7F-B8BBE72E5EEB}" presName="spaceRect" presStyleCnt="0"/>
      <dgm:spPr/>
    </dgm:pt>
    <dgm:pt modelId="{5BBFF888-26DC-47A8-9F0E-8D01BB2F7EC0}" type="pres">
      <dgm:prSet presAssocID="{C17E08D7-AEAD-40DE-8A7F-B8BBE72E5EEB}" presName="textRect" presStyleLbl="revTx" presStyleIdx="1" presStyleCnt="3">
        <dgm:presLayoutVars>
          <dgm:chMax val="1"/>
          <dgm:chPref val="1"/>
        </dgm:presLayoutVars>
      </dgm:prSet>
      <dgm:spPr/>
    </dgm:pt>
    <dgm:pt modelId="{11ED0682-32C1-4A8A-9E04-2F5525A16872}" type="pres">
      <dgm:prSet presAssocID="{1C67FC14-FE5E-4C0B-A3F0-7880EC90EBE1}" presName="sibTrans" presStyleCnt="0"/>
      <dgm:spPr/>
    </dgm:pt>
    <dgm:pt modelId="{D267F7BE-C265-4BF3-A889-CB5DB972D7FE}" type="pres">
      <dgm:prSet presAssocID="{F0F651D9-A9BC-4033-B381-FC4228768565}" presName="compNode" presStyleCnt="0"/>
      <dgm:spPr/>
    </dgm:pt>
    <dgm:pt modelId="{6F00AEED-8176-40BF-8F61-1CE2CDF6D670}" type="pres">
      <dgm:prSet presAssocID="{F0F651D9-A9BC-4033-B381-FC422876856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D9C3030D-5330-436E-B1B3-5154210FFDEE}" type="pres">
      <dgm:prSet presAssocID="{F0F651D9-A9BC-4033-B381-FC4228768565}" presName="spaceRect" presStyleCnt="0"/>
      <dgm:spPr/>
    </dgm:pt>
    <dgm:pt modelId="{EC9A6816-7CBC-487D-9C7F-3D7E8254FE0B}" type="pres">
      <dgm:prSet presAssocID="{F0F651D9-A9BC-4033-B381-FC422876856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DC29719-DC7C-4FAA-B1AD-8E1350F4C94E}" srcId="{344E6696-36C6-4BAF-B7FD-F2B5A55A0A51}" destId="{D31B7C23-8FAC-477F-8741-7475FDDB4EB8}" srcOrd="0" destOrd="0" parTransId="{87843E12-B043-4448-91E9-B33D346A0F25}" sibTransId="{83966D1E-3F63-4492-86CB-5FBD7A9D47D5}"/>
    <dgm:cxn modelId="{5EBE7D39-2921-46CC-8330-133E97AE6A69}" type="presOf" srcId="{D31B7C23-8FAC-477F-8741-7475FDDB4EB8}" destId="{48AAB191-A703-415D-9DD6-357B94135DB6}" srcOrd="0" destOrd="0" presId="urn:microsoft.com/office/officeart/2018/2/layout/IconLabelList"/>
    <dgm:cxn modelId="{2DE3FC61-7807-49C8-81A2-76A28112EA82}" type="presOf" srcId="{C17E08D7-AEAD-40DE-8A7F-B8BBE72E5EEB}" destId="{5BBFF888-26DC-47A8-9F0E-8D01BB2F7EC0}" srcOrd="0" destOrd="0" presId="urn:microsoft.com/office/officeart/2018/2/layout/IconLabelList"/>
    <dgm:cxn modelId="{2E07DA6F-C97D-4E7D-94AF-D2FC643C1F2A}" type="presOf" srcId="{344E6696-36C6-4BAF-B7FD-F2B5A55A0A51}" destId="{6185A44E-FFCA-4F28-ADBD-08793813AAC8}" srcOrd="0" destOrd="0" presId="urn:microsoft.com/office/officeart/2018/2/layout/IconLabelList"/>
    <dgm:cxn modelId="{1125BD96-7EA3-4342-9DA7-50D6AC65D955}" srcId="{344E6696-36C6-4BAF-B7FD-F2B5A55A0A51}" destId="{C17E08D7-AEAD-40DE-8A7F-B8BBE72E5EEB}" srcOrd="1" destOrd="0" parTransId="{B0139257-1C93-46F3-BD6D-3C6526E3E7B0}" sibTransId="{1C67FC14-FE5E-4C0B-A3F0-7880EC90EBE1}"/>
    <dgm:cxn modelId="{FA7652B4-ADF4-43C8-B748-745B0B938C8B}" type="presOf" srcId="{F0F651D9-A9BC-4033-B381-FC4228768565}" destId="{EC9A6816-7CBC-487D-9C7F-3D7E8254FE0B}" srcOrd="0" destOrd="0" presId="urn:microsoft.com/office/officeart/2018/2/layout/IconLabelList"/>
    <dgm:cxn modelId="{A88BFABF-9213-4E88-8D81-8096113FA4DA}" srcId="{344E6696-36C6-4BAF-B7FD-F2B5A55A0A51}" destId="{F0F651D9-A9BC-4033-B381-FC4228768565}" srcOrd="2" destOrd="0" parTransId="{4042C42E-2E15-4BA4-9ABB-E03E5F81E863}" sibTransId="{E998DAFA-2CC1-463A-8B07-00772CE7A671}"/>
    <dgm:cxn modelId="{0B7E2C9D-F7A3-48F3-855C-A78871A60EE4}" type="presParOf" srcId="{6185A44E-FFCA-4F28-ADBD-08793813AAC8}" destId="{AD236F33-A0F3-4994-8C0B-4A18A772C334}" srcOrd="0" destOrd="0" presId="urn:microsoft.com/office/officeart/2018/2/layout/IconLabelList"/>
    <dgm:cxn modelId="{986ED572-1864-474E-A334-ADA8085FFC43}" type="presParOf" srcId="{AD236F33-A0F3-4994-8C0B-4A18A772C334}" destId="{B017E31A-A760-452A-A352-8D84ECCFF42A}" srcOrd="0" destOrd="0" presId="urn:microsoft.com/office/officeart/2018/2/layout/IconLabelList"/>
    <dgm:cxn modelId="{234A2687-C85E-431B-AE86-22B4D69F5E65}" type="presParOf" srcId="{AD236F33-A0F3-4994-8C0B-4A18A772C334}" destId="{A493DDD7-75C7-434A-9E44-978AEB635B6C}" srcOrd="1" destOrd="0" presId="urn:microsoft.com/office/officeart/2018/2/layout/IconLabelList"/>
    <dgm:cxn modelId="{74A8B3A6-6E26-4B89-AACC-066E244A2EFC}" type="presParOf" srcId="{AD236F33-A0F3-4994-8C0B-4A18A772C334}" destId="{48AAB191-A703-415D-9DD6-357B94135DB6}" srcOrd="2" destOrd="0" presId="urn:microsoft.com/office/officeart/2018/2/layout/IconLabelList"/>
    <dgm:cxn modelId="{93323E49-9BC9-4605-ABF6-22A4C0644C81}" type="presParOf" srcId="{6185A44E-FFCA-4F28-ADBD-08793813AAC8}" destId="{F65829D3-DCE9-471B-8416-E7953C369B69}" srcOrd="1" destOrd="0" presId="urn:microsoft.com/office/officeart/2018/2/layout/IconLabelList"/>
    <dgm:cxn modelId="{A9353AE6-D751-49E2-A36A-A02ADA19CABE}" type="presParOf" srcId="{6185A44E-FFCA-4F28-ADBD-08793813AAC8}" destId="{D97E992D-5587-4C1E-95B5-B21F5D9E6B36}" srcOrd="2" destOrd="0" presId="urn:microsoft.com/office/officeart/2018/2/layout/IconLabelList"/>
    <dgm:cxn modelId="{F34ACC7D-CF51-4B0D-88CD-ADEFA77969C5}" type="presParOf" srcId="{D97E992D-5587-4C1E-95B5-B21F5D9E6B36}" destId="{95F98311-0F01-48B9-89B2-B6E641C514B4}" srcOrd="0" destOrd="0" presId="urn:microsoft.com/office/officeart/2018/2/layout/IconLabelList"/>
    <dgm:cxn modelId="{44D15CB9-BBC0-405F-999F-B3F802558D8F}" type="presParOf" srcId="{D97E992D-5587-4C1E-95B5-B21F5D9E6B36}" destId="{A4C72BEC-857E-4ECD-8972-17A75F6A0C1A}" srcOrd="1" destOrd="0" presId="urn:microsoft.com/office/officeart/2018/2/layout/IconLabelList"/>
    <dgm:cxn modelId="{137534C4-12B1-4F54-A3CF-FFA6B2BEE643}" type="presParOf" srcId="{D97E992D-5587-4C1E-95B5-B21F5D9E6B36}" destId="{5BBFF888-26DC-47A8-9F0E-8D01BB2F7EC0}" srcOrd="2" destOrd="0" presId="urn:microsoft.com/office/officeart/2018/2/layout/IconLabelList"/>
    <dgm:cxn modelId="{87CC589C-3F4B-48D8-AB98-800DD9A59D10}" type="presParOf" srcId="{6185A44E-FFCA-4F28-ADBD-08793813AAC8}" destId="{11ED0682-32C1-4A8A-9E04-2F5525A16872}" srcOrd="3" destOrd="0" presId="urn:microsoft.com/office/officeart/2018/2/layout/IconLabelList"/>
    <dgm:cxn modelId="{4044AA32-E0C4-4BE7-BE6D-425D2000072E}" type="presParOf" srcId="{6185A44E-FFCA-4F28-ADBD-08793813AAC8}" destId="{D267F7BE-C265-4BF3-A889-CB5DB972D7FE}" srcOrd="4" destOrd="0" presId="urn:microsoft.com/office/officeart/2018/2/layout/IconLabelList"/>
    <dgm:cxn modelId="{665FDEC9-219D-4B8F-91D6-57FBB3CED291}" type="presParOf" srcId="{D267F7BE-C265-4BF3-A889-CB5DB972D7FE}" destId="{6F00AEED-8176-40BF-8F61-1CE2CDF6D670}" srcOrd="0" destOrd="0" presId="urn:microsoft.com/office/officeart/2018/2/layout/IconLabelList"/>
    <dgm:cxn modelId="{C8A5C7FA-FB47-4992-870C-7C04BA0AF321}" type="presParOf" srcId="{D267F7BE-C265-4BF3-A889-CB5DB972D7FE}" destId="{D9C3030D-5330-436E-B1B3-5154210FFDEE}" srcOrd="1" destOrd="0" presId="urn:microsoft.com/office/officeart/2018/2/layout/IconLabelList"/>
    <dgm:cxn modelId="{CA079D21-E97A-44C3-83FB-DB4A24C8CB02}" type="presParOf" srcId="{D267F7BE-C265-4BF3-A889-CB5DB972D7FE}" destId="{EC9A6816-7CBC-487D-9C7F-3D7E8254FE0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B78CEA-5760-4270-A439-DC109C4041B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DA99975-71D2-4889-9100-CD5B6C3B3628}">
      <dgm:prSet/>
      <dgm:spPr/>
      <dgm:t>
        <a:bodyPr/>
        <a:lstStyle/>
        <a:p>
          <a:r>
            <a:rPr lang="pt-BR" b="1"/>
            <a:t>Filtro colaborativo </a:t>
          </a:r>
          <a:r>
            <a:rPr lang="pt-BR"/>
            <a:t>personaliza com base em comportamento coletivo.</a:t>
          </a:r>
          <a:endParaRPr lang="en-US"/>
        </a:p>
      </dgm:t>
    </dgm:pt>
    <dgm:pt modelId="{A54EAFE4-C57D-42B9-8E31-D32CFAEF5836}" type="parTrans" cxnId="{1FB185E1-9F5A-4952-AC13-3AAA1977AAA7}">
      <dgm:prSet/>
      <dgm:spPr/>
      <dgm:t>
        <a:bodyPr/>
        <a:lstStyle/>
        <a:p>
          <a:endParaRPr lang="en-US"/>
        </a:p>
      </dgm:t>
    </dgm:pt>
    <dgm:pt modelId="{17D9050F-6D7B-4FAB-B9C7-3DA2E142495D}" type="sibTrans" cxnId="{1FB185E1-9F5A-4952-AC13-3AAA1977AAA7}">
      <dgm:prSet/>
      <dgm:spPr/>
      <dgm:t>
        <a:bodyPr/>
        <a:lstStyle/>
        <a:p>
          <a:endParaRPr lang="en-US"/>
        </a:p>
      </dgm:t>
    </dgm:pt>
    <dgm:pt modelId="{E1BF162D-8C3B-41ED-86FD-3C674D4C39DD}">
      <dgm:prSet/>
      <dgm:spPr/>
      <dgm:t>
        <a:bodyPr/>
        <a:lstStyle/>
        <a:p>
          <a:r>
            <a:rPr lang="pt-BR" b="1"/>
            <a:t>Baseado em conhecimento </a:t>
          </a:r>
          <a:r>
            <a:rPr lang="pt-BR"/>
            <a:t>garante oferta mínima e evita cold start.</a:t>
          </a:r>
          <a:endParaRPr lang="en-US"/>
        </a:p>
      </dgm:t>
    </dgm:pt>
    <dgm:pt modelId="{27A128F9-71FD-4B1F-AE32-B0735A7E80EE}" type="parTrans" cxnId="{A270CBFF-E8FE-455C-9B56-A1CD145E2499}">
      <dgm:prSet/>
      <dgm:spPr/>
      <dgm:t>
        <a:bodyPr/>
        <a:lstStyle/>
        <a:p>
          <a:endParaRPr lang="en-US"/>
        </a:p>
      </dgm:t>
    </dgm:pt>
    <dgm:pt modelId="{9FAC62B4-64AC-48A1-8127-C9C9205A6EC1}" type="sibTrans" cxnId="{A270CBFF-E8FE-455C-9B56-A1CD145E2499}">
      <dgm:prSet/>
      <dgm:spPr/>
      <dgm:t>
        <a:bodyPr/>
        <a:lstStyle/>
        <a:p>
          <a:endParaRPr lang="en-US"/>
        </a:p>
      </dgm:t>
    </dgm:pt>
    <dgm:pt modelId="{E9B05BE8-480B-42C0-83A3-55D05E70C690}">
      <dgm:prSet/>
      <dgm:spPr/>
      <dgm:t>
        <a:bodyPr/>
        <a:lstStyle/>
        <a:p>
          <a:r>
            <a:rPr lang="pt-BR"/>
            <a:t>O híbrido combina precisão com cobertura, equilibrando relevância e diversidade.</a:t>
          </a:r>
          <a:endParaRPr lang="en-US"/>
        </a:p>
      </dgm:t>
    </dgm:pt>
    <dgm:pt modelId="{620FA74A-4019-4799-8C72-A70BD408B148}" type="parTrans" cxnId="{70ED1A04-35B2-48E7-A0CB-4B244FD5C601}">
      <dgm:prSet/>
      <dgm:spPr/>
      <dgm:t>
        <a:bodyPr/>
        <a:lstStyle/>
        <a:p>
          <a:endParaRPr lang="en-US"/>
        </a:p>
      </dgm:t>
    </dgm:pt>
    <dgm:pt modelId="{97A2157E-DB4D-4E2C-BA88-0539809B2953}" type="sibTrans" cxnId="{70ED1A04-35B2-48E7-A0CB-4B244FD5C601}">
      <dgm:prSet/>
      <dgm:spPr/>
      <dgm:t>
        <a:bodyPr/>
        <a:lstStyle/>
        <a:p>
          <a:endParaRPr lang="en-US"/>
        </a:p>
      </dgm:t>
    </dgm:pt>
    <dgm:pt modelId="{B151BB05-D699-417B-88AA-08245869E876}">
      <dgm:prSet/>
      <dgm:spPr/>
      <dgm:t>
        <a:bodyPr/>
        <a:lstStyle/>
        <a:p>
          <a:r>
            <a:rPr lang="pt-BR"/>
            <a:t>Viável com base de dados reduzida e estrutura relacional simples.</a:t>
          </a:r>
          <a:endParaRPr lang="en-US"/>
        </a:p>
      </dgm:t>
    </dgm:pt>
    <dgm:pt modelId="{5F43CBA6-795E-4503-B54B-E8CEC1D9D6B1}" type="parTrans" cxnId="{8BDEC8A8-FAE5-4580-8619-786018442CF5}">
      <dgm:prSet/>
      <dgm:spPr/>
      <dgm:t>
        <a:bodyPr/>
        <a:lstStyle/>
        <a:p>
          <a:endParaRPr lang="en-US"/>
        </a:p>
      </dgm:t>
    </dgm:pt>
    <dgm:pt modelId="{8FDCD8B0-9713-49ED-921E-13C9D79AD2FE}" type="sibTrans" cxnId="{8BDEC8A8-FAE5-4580-8619-786018442CF5}">
      <dgm:prSet/>
      <dgm:spPr/>
      <dgm:t>
        <a:bodyPr/>
        <a:lstStyle/>
        <a:p>
          <a:endParaRPr lang="en-US"/>
        </a:p>
      </dgm:t>
    </dgm:pt>
    <dgm:pt modelId="{01C5F373-F003-430A-A298-EAEAC5FF6CBE}" type="pres">
      <dgm:prSet presAssocID="{F3B78CEA-5760-4270-A439-DC109C4041B7}" presName="linear" presStyleCnt="0">
        <dgm:presLayoutVars>
          <dgm:animLvl val="lvl"/>
          <dgm:resizeHandles val="exact"/>
        </dgm:presLayoutVars>
      </dgm:prSet>
      <dgm:spPr/>
    </dgm:pt>
    <dgm:pt modelId="{E58806C8-4102-414D-915F-BC6C77E8E497}" type="pres">
      <dgm:prSet presAssocID="{DDA99975-71D2-4889-9100-CD5B6C3B362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B9CB640-23E1-4507-B3CE-EA52A385C141}" type="pres">
      <dgm:prSet presAssocID="{17D9050F-6D7B-4FAB-B9C7-3DA2E142495D}" presName="spacer" presStyleCnt="0"/>
      <dgm:spPr/>
    </dgm:pt>
    <dgm:pt modelId="{556329F8-B984-47DC-A41D-E8A5EED1B97C}" type="pres">
      <dgm:prSet presAssocID="{E1BF162D-8C3B-41ED-86FD-3C674D4C39D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4B61C50-DEB6-438D-8036-3B1472941738}" type="pres">
      <dgm:prSet presAssocID="{9FAC62B4-64AC-48A1-8127-C9C9205A6EC1}" presName="spacer" presStyleCnt="0"/>
      <dgm:spPr/>
    </dgm:pt>
    <dgm:pt modelId="{0B1EF01A-73C6-4254-8C96-4F7CEFF13F74}" type="pres">
      <dgm:prSet presAssocID="{E9B05BE8-480B-42C0-83A3-55D05E70C69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3D1B59D-33AD-4C20-9996-D63C31C931EF}" type="pres">
      <dgm:prSet presAssocID="{97A2157E-DB4D-4E2C-BA88-0539809B2953}" presName="spacer" presStyleCnt="0"/>
      <dgm:spPr/>
    </dgm:pt>
    <dgm:pt modelId="{15DF299B-A278-4578-BFFC-746B5728203D}" type="pres">
      <dgm:prSet presAssocID="{B151BB05-D699-417B-88AA-08245869E87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0ED1A04-35B2-48E7-A0CB-4B244FD5C601}" srcId="{F3B78CEA-5760-4270-A439-DC109C4041B7}" destId="{E9B05BE8-480B-42C0-83A3-55D05E70C690}" srcOrd="2" destOrd="0" parTransId="{620FA74A-4019-4799-8C72-A70BD408B148}" sibTransId="{97A2157E-DB4D-4E2C-BA88-0539809B2953}"/>
    <dgm:cxn modelId="{EFC90520-AD46-4D8D-929C-D9A39DF0C2AC}" type="presOf" srcId="{DDA99975-71D2-4889-9100-CD5B6C3B3628}" destId="{E58806C8-4102-414D-915F-BC6C77E8E497}" srcOrd="0" destOrd="0" presId="urn:microsoft.com/office/officeart/2005/8/layout/vList2"/>
    <dgm:cxn modelId="{E450045B-6B8D-4A83-A0D9-B085708B908A}" type="presOf" srcId="{E1BF162D-8C3B-41ED-86FD-3C674D4C39DD}" destId="{556329F8-B984-47DC-A41D-E8A5EED1B97C}" srcOrd="0" destOrd="0" presId="urn:microsoft.com/office/officeart/2005/8/layout/vList2"/>
    <dgm:cxn modelId="{8BDEC8A8-FAE5-4580-8619-786018442CF5}" srcId="{F3B78CEA-5760-4270-A439-DC109C4041B7}" destId="{B151BB05-D699-417B-88AA-08245869E876}" srcOrd="3" destOrd="0" parTransId="{5F43CBA6-795E-4503-B54B-E8CEC1D9D6B1}" sibTransId="{8FDCD8B0-9713-49ED-921E-13C9D79AD2FE}"/>
    <dgm:cxn modelId="{34481FDF-6E95-4DA8-80E2-2D805433DA20}" type="presOf" srcId="{B151BB05-D699-417B-88AA-08245869E876}" destId="{15DF299B-A278-4578-BFFC-746B5728203D}" srcOrd="0" destOrd="0" presId="urn:microsoft.com/office/officeart/2005/8/layout/vList2"/>
    <dgm:cxn modelId="{1FB185E1-9F5A-4952-AC13-3AAA1977AAA7}" srcId="{F3B78CEA-5760-4270-A439-DC109C4041B7}" destId="{DDA99975-71D2-4889-9100-CD5B6C3B3628}" srcOrd="0" destOrd="0" parTransId="{A54EAFE4-C57D-42B9-8E31-D32CFAEF5836}" sibTransId="{17D9050F-6D7B-4FAB-B9C7-3DA2E142495D}"/>
    <dgm:cxn modelId="{DBB11DF1-1587-4CD2-9215-E0AF3D3D3FCA}" type="presOf" srcId="{F3B78CEA-5760-4270-A439-DC109C4041B7}" destId="{01C5F373-F003-430A-A298-EAEAC5FF6CBE}" srcOrd="0" destOrd="0" presId="urn:microsoft.com/office/officeart/2005/8/layout/vList2"/>
    <dgm:cxn modelId="{187FB2FE-B978-4EE1-AFCB-109AF04C0F0C}" type="presOf" srcId="{E9B05BE8-480B-42C0-83A3-55D05E70C690}" destId="{0B1EF01A-73C6-4254-8C96-4F7CEFF13F74}" srcOrd="0" destOrd="0" presId="urn:microsoft.com/office/officeart/2005/8/layout/vList2"/>
    <dgm:cxn modelId="{A270CBFF-E8FE-455C-9B56-A1CD145E2499}" srcId="{F3B78CEA-5760-4270-A439-DC109C4041B7}" destId="{E1BF162D-8C3B-41ED-86FD-3C674D4C39DD}" srcOrd="1" destOrd="0" parTransId="{27A128F9-71FD-4B1F-AE32-B0735A7E80EE}" sibTransId="{9FAC62B4-64AC-48A1-8127-C9C9205A6EC1}"/>
    <dgm:cxn modelId="{B78BB34A-4407-4133-9FF5-6B3C2DA3FA60}" type="presParOf" srcId="{01C5F373-F003-430A-A298-EAEAC5FF6CBE}" destId="{E58806C8-4102-414D-915F-BC6C77E8E497}" srcOrd="0" destOrd="0" presId="urn:microsoft.com/office/officeart/2005/8/layout/vList2"/>
    <dgm:cxn modelId="{B744925D-F99F-42DF-BC1B-5B430A71026C}" type="presParOf" srcId="{01C5F373-F003-430A-A298-EAEAC5FF6CBE}" destId="{BB9CB640-23E1-4507-B3CE-EA52A385C141}" srcOrd="1" destOrd="0" presId="urn:microsoft.com/office/officeart/2005/8/layout/vList2"/>
    <dgm:cxn modelId="{F27BA7FC-C916-4F25-AC46-B910F5F58EEC}" type="presParOf" srcId="{01C5F373-F003-430A-A298-EAEAC5FF6CBE}" destId="{556329F8-B984-47DC-A41D-E8A5EED1B97C}" srcOrd="2" destOrd="0" presId="urn:microsoft.com/office/officeart/2005/8/layout/vList2"/>
    <dgm:cxn modelId="{938324D2-D5C3-4C98-92A3-5609F7F54F6A}" type="presParOf" srcId="{01C5F373-F003-430A-A298-EAEAC5FF6CBE}" destId="{14B61C50-DEB6-438D-8036-3B1472941738}" srcOrd="3" destOrd="0" presId="urn:microsoft.com/office/officeart/2005/8/layout/vList2"/>
    <dgm:cxn modelId="{EA943218-006E-477A-B10C-BB22C39997B7}" type="presParOf" srcId="{01C5F373-F003-430A-A298-EAEAC5FF6CBE}" destId="{0B1EF01A-73C6-4254-8C96-4F7CEFF13F74}" srcOrd="4" destOrd="0" presId="urn:microsoft.com/office/officeart/2005/8/layout/vList2"/>
    <dgm:cxn modelId="{D346F82E-A244-4265-A77E-A114D49D4757}" type="presParOf" srcId="{01C5F373-F003-430A-A298-EAEAC5FF6CBE}" destId="{D3D1B59D-33AD-4C20-9996-D63C31C931EF}" srcOrd="5" destOrd="0" presId="urn:microsoft.com/office/officeart/2005/8/layout/vList2"/>
    <dgm:cxn modelId="{00E5A5C9-885A-4371-B7E1-BCB995F2E76B}" type="presParOf" srcId="{01C5F373-F003-430A-A298-EAEAC5FF6CBE}" destId="{15DF299B-A278-4578-BFFC-746B5728203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17E31A-A760-452A-A352-8D84ECCFF42A}">
      <dsp:nvSpPr>
        <dsp:cNvPr id="0" name=""/>
        <dsp:cNvSpPr/>
      </dsp:nvSpPr>
      <dsp:spPr>
        <a:xfrm>
          <a:off x="920893" y="887962"/>
          <a:ext cx="1249769" cy="12497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AAB191-A703-415D-9DD6-357B94135DB6}">
      <dsp:nvSpPr>
        <dsp:cNvPr id="0" name=""/>
        <dsp:cNvSpPr/>
      </dsp:nvSpPr>
      <dsp:spPr>
        <a:xfrm>
          <a:off x="157144" y="2485519"/>
          <a:ext cx="2777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kern="1200"/>
            <a:t>Melhoria na experiência do cliente</a:t>
          </a:r>
          <a:endParaRPr lang="en-US" sz="1800" kern="1200"/>
        </a:p>
      </dsp:txBody>
      <dsp:txXfrm>
        <a:off x="157144" y="2485519"/>
        <a:ext cx="2777266" cy="720000"/>
      </dsp:txXfrm>
    </dsp:sp>
    <dsp:sp modelId="{95F98311-0F01-48B9-89B2-B6E641C514B4}">
      <dsp:nvSpPr>
        <dsp:cNvPr id="0" name=""/>
        <dsp:cNvSpPr/>
      </dsp:nvSpPr>
      <dsp:spPr>
        <a:xfrm>
          <a:off x="4184181" y="887962"/>
          <a:ext cx="1249769" cy="12497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FF888-26DC-47A8-9F0E-8D01BB2F7EC0}">
      <dsp:nvSpPr>
        <dsp:cNvPr id="0" name=""/>
        <dsp:cNvSpPr/>
      </dsp:nvSpPr>
      <dsp:spPr>
        <a:xfrm>
          <a:off x="3420433" y="2485519"/>
          <a:ext cx="2777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kern="1200"/>
            <a:t>Otimização da oferta de produtos</a:t>
          </a:r>
          <a:endParaRPr lang="en-US" sz="1800" kern="1200"/>
        </a:p>
      </dsp:txBody>
      <dsp:txXfrm>
        <a:off x="3420433" y="2485519"/>
        <a:ext cx="2777266" cy="720000"/>
      </dsp:txXfrm>
    </dsp:sp>
    <dsp:sp modelId="{6F00AEED-8176-40BF-8F61-1CE2CDF6D670}">
      <dsp:nvSpPr>
        <dsp:cNvPr id="0" name=""/>
        <dsp:cNvSpPr/>
      </dsp:nvSpPr>
      <dsp:spPr>
        <a:xfrm>
          <a:off x="7447469" y="887962"/>
          <a:ext cx="1249769" cy="12497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9A6816-7CBC-487D-9C7F-3D7E8254FE0B}">
      <dsp:nvSpPr>
        <dsp:cNvPr id="0" name=""/>
        <dsp:cNvSpPr/>
      </dsp:nvSpPr>
      <dsp:spPr>
        <a:xfrm>
          <a:off x="6683721" y="2485519"/>
          <a:ext cx="2777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kern="1200"/>
            <a:t>Geração de insights estratégicos para a fintech</a:t>
          </a:r>
          <a:endParaRPr lang="en-US" sz="1800" kern="1200"/>
        </a:p>
      </dsp:txBody>
      <dsp:txXfrm>
        <a:off x="6683721" y="2485519"/>
        <a:ext cx="2777266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8806C8-4102-414D-915F-BC6C77E8E497}">
      <dsp:nvSpPr>
        <dsp:cNvPr id="0" name=""/>
        <dsp:cNvSpPr/>
      </dsp:nvSpPr>
      <dsp:spPr>
        <a:xfrm>
          <a:off x="0" y="46369"/>
          <a:ext cx="5511295" cy="12210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/>
            <a:t>Filtro colaborativo </a:t>
          </a:r>
          <a:r>
            <a:rPr lang="pt-BR" sz="2300" kern="1200"/>
            <a:t>personaliza com base em comportamento coletivo.</a:t>
          </a:r>
          <a:endParaRPr lang="en-US" sz="2300" kern="1200"/>
        </a:p>
      </dsp:txBody>
      <dsp:txXfrm>
        <a:off x="59606" y="105975"/>
        <a:ext cx="5392083" cy="1101829"/>
      </dsp:txXfrm>
    </dsp:sp>
    <dsp:sp modelId="{556329F8-B984-47DC-A41D-E8A5EED1B97C}">
      <dsp:nvSpPr>
        <dsp:cNvPr id="0" name=""/>
        <dsp:cNvSpPr/>
      </dsp:nvSpPr>
      <dsp:spPr>
        <a:xfrm>
          <a:off x="0" y="1333650"/>
          <a:ext cx="5511295" cy="12210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/>
            <a:t>Baseado em conhecimento </a:t>
          </a:r>
          <a:r>
            <a:rPr lang="pt-BR" sz="2300" kern="1200"/>
            <a:t>garante oferta mínima e evita cold start.</a:t>
          </a:r>
          <a:endParaRPr lang="en-US" sz="2300" kern="1200"/>
        </a:p>
      </dsp:txBody>
      <dsp:txXfrm>
        <a:off x="59606" y="1393256"/>
        <a:ext cx="5392083" cy="1101829"/>
      </dsp:txXfrm>
    </dsp:sp>
    <dsp:sp modelId="{0B1EF01A-73C6-4254-8C96-4F7CEFF13F74}">
      <dsp:nvSpPr>
        <dsp:cNvPr id="0" name=""/>
        <dsp:cNvSpPr/>
      </dsp:nvSpPr>
      <dsp:spPr>
        <a:xfrm>
          <a:off x="0" y="2620932"/>
          <a:ext cx="5511295" cy="12210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O híbrido combina precisão com cobertura, equilibrando relevância e diversidade.</a:t>
          </a:r>
          <a:endParaRPr lang="en-US" sz="2300" kern="1200"/>
        </a:p>
      </dsp:txBody>
      <dsp:txXfrm>
        <a:off x="59606" y="2680538"/>
        <a:ext cx="5392083" cy="1101829"/>
      </dsp:txXfrm>
    </dsp:sp>
    <dsp:sp modelId="{15DF299B-A278-4578-BFFC-746B5728203D}">
      <dsp:nvSpPr>
        <dsp:cNvPr id="0" name=""/>
        <dsp:cNvSpPr/>
      </dsp:nvSpPr>
      <dsp:spPr>
        <a:xfrm>
          <a:off x="0" y="3908213"/>
          <a:ext cx="5511295" cy="12210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Viável com base de dados reduzida e estrutura relacional simples.</a:t>
          </a:r>
          <a:endParaRPr lang="en-US" sz="2300" kern="1200"/>
        </a:p>
      </dsp:txBody>
      <dsp:txXfrm>
        <a:off x="59606" y="3967819"/>
        <a:ext cx="5392083" cy="11018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BE8189-5AA4-4CE1-B544-38CD75ED5C3A}" type="datetimeFigureOut">
              <a:rPr lang="pt-BR" smtClean="0"/>
              <a:t>14/06/2025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3B9720-F61F-4CEE-96F5-E16969DC18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044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3B9720-F61F-4CEE-96F5-E16969DC186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237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5B0A5-9B8C-E3BB-D332-A63C3F72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071CC2F-C32D-0CE8-E623-F93876042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4B1761-84D6-7787-E012-6BB8E85FB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11585A-0D6F-B0DC-01C1-F5197D9A3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3B9720-F61F-4CEE-96F5-E16969DC186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508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CE434-EB0A-404F-8935-2DDCA12BB8F7}" type="datetimeFigureOut">
              <a:rPr lang="pt-BR" smtClean="0"/>
              <a:t>14/06/2025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0005-2ED1-440B-B41B-F5DEEEBDB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0353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CE434-EB0A-404F-8935-2DDCA12BB8F7}" type="datetimeFigureOut">
              <a:rPr lang="pt-BR" smtClean="0"/>
              <a:t>14/06/2025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0005-2ED1-440B-B41B-F5DEEEBDB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4649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CE434-EB0A-404F-8935-2DDCA12BB8F7}" type="datetimeFigureOut">
              <a:rPr lang="pt-BR" smtClean="0"/>
              <a:t>14/06/2025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0005-2ED1-440B-B41B-F5DEEEBDB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6201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CE434-EB0A-404F-8935-2DDCA12BB8F7}" type="datetimeFigureOut">
              <a:rPr lang="pt-BR" smtClean="0"/>
              <a:t>14/06/2025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0005-2ED1-440B-B41B-F5DEEEBDB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9655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CE434-EB0A-404F-8935-2DDCA12BB8F7}" type="datetimeFigureOut">
              <a:rPr lang="pt-BR" smtClean="0"/>
              <a:t>14/06/2025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0005-2ED1-440B-B41B-F5DEEEBDB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045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CE434-EB0A-404F-8935-2DDCA12BB8F7}" type="datetimeFigureOut">
              <a:rPr lang="pt-BR" smtClean="0"/>
              <a:t>14/06/2025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0005-2ED1-440B-B41B-F5DEEEBDB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434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CE434-EB0A-404F-8935-2DDCA12BB8F7}" type="datetimeFigureOut">
              <a:rPr lang="pt-BR" smtClean="0"/>
              <a:t>14/06/2025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0005-2ED1-440B-B41B-F5DEEEBDB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7340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CE434-EB0A-404F-8935-2DDCA12BB8F7}" type="datetimeFigureOut">
              <a:rPr lang="pt-BR" smtClean="0"/>
              <a:t>14/06/2025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0005-2ED1-440B-B41B-F5DEEEBDB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1057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CE434-EB0A-404F-8935-2DDCA12BB8F7}" type="datetimeFigureOut">
              <a:rPr lang="pt-BR" smtClean="0"/>
              <a:t>14/06/2025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0005-2ED1-440B-B41B-F5DEEEBDB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498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CE434-EB0A-404F-8935-2DDCA12BB8F7}" type="datetimeFigureOut">
              <a:rPr lang="pt-BR" smtClean="0"/>
              <a:t>14/06/2025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0005-2ED1-440B-B41B-F5DEEEBDB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4333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CE434-EB0A-404F-8935-2DDCA12BB8F7}" type="datetimeFigureOut">
              <a:rPr lang="pt-BR" smtClean="0"/>
              <a:t>14/06/2025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0005-2ED1-440B-B41B-F5DEEEBDBB8E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2409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CE434-EB0A-404F-8935-2DDCA12BB8F7}" type="datetimeFigureOut">
              <a:rPr lang="pt-BR" smtClean="0"/>
              <a:t>14/06/2025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0005-2ED1-440B-B41B-F5DEEEBDB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495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CE434-EB0A-404F-8935-2DDCA12BB8F7}" type="datetimeFigureOut">
              <a:rPr lang="pt-BR" smtClean="0"/>
              <a:t>14/06/2025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0005-2ED1-440B-B41B-F5DEEEBDBB8E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3069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CE434-EB0A-404F-8935-2DDCA12BB8F7}" type="datetimeFigureOut">
              <a:rPr lang="pt-BR" smtClean="0"/>
              <a:t>14/06/2025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0005-2ED1-440B-B41B-F5DEEEBDB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1827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CE434-EB0A-404F-8935-2DDCA12BB8F7}" type="datetimeFigureOut">
              <a:rPr lang="pt-BR" smtClean="0"/>
              <a:t>14/06/2025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0005-2ED1-440B-B41B-F5DEEEBDB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811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CE434-EB0A-404F-8935-2DDCA12BB8F7}" type="datetimeFigureOut">
              <a:rPr lang="pt-BR" smtClean="0"/>
              <a:t>14/06/2025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0005-2ED1-440B-B41B-F5DEEEBDB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1537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CE434-EB0A-404F-8935-2DDCA12BB8F7}" type="datetimeFigureOut">
              <a:rPr lang="pt-BR" smtClean="0"/>
              <a:t>14/06/2025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DA10005-2ED1-440B-B41B-F5DEEEBDB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9045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7577DEC-D9A5-404D-9789-702F4319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EEA9366-CEA8-4F23-B065-4337F0D8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2" name="Straight Connector 25">
              <a:extLst>
                <a:ext uri="{FF2B5EF4-FFF2-40B4-BE49-F238E27FC236}">
                  <a16:creationId xmlns:a16="http://schemas.microsoft.com/office/drawing/2014/main" id="{904A03D6-39B4-4278-9BE1-A07E0244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BE459AF-3736-4886-82E0-9B5DA427B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23">
              <a:extLst>
                <a:ext uri="{FF2B5EF4-FFF2-40B4-BE49-F238E27FC236}">
                  <a16:creationId xmlns:a16="http://schemas.microsoft.com/office/drawing/2014/main" id="{4B6B88EF-180C-4E39-8A3F-A52E87110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52DFAACF-64D0-4621-8FF4-E2F03C3E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4" name="Isosceles Triangle 29">
              <a:extLst>
                <a:ext uri="{FF2B5EF4-FFF2-40B4-BE49-F238E27FC236}">
                  <a16:creationId xmlns:a16="http://schemas.microsoft.com/office/drawing/2014/main" id="{36611FF0-65B3-49DB-97C6-1B72AAD0F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0F7407FE-86B1-4890-9D80-9406FBF29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5" name="Rectangle 29">
              <a:extLst>
                <a:ext uri="{FF2B5EF4-FFF2-40B4-BE49-F238E27FC236}">
                  <a16:creationId xmlns:a16="http://schemas.microsoft.com/office/drawing/2014/main" id="{EBD42D5B-8F87-45B3-98B3-C66944F92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5E04699-59E1-4468-9E7C-83070EEB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6" name="Isosceles Triangle 33">
              <a:extLst>
                <a:ext uri="{FF2B5EF4-FFF2-40B4-BE49-F238E27FC236}">
                  <a16:creationId xmlns:a16="http://schemas.microsoft.com/office/drawing/2014/main" id="{F2AE8F13-9A52-4D7F-9637-321EA7CF3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3D1E40A-F33A-3CE6-860D-A88C99B64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>
            <a:normAutofit/>
          </a:bodyPr>
          <a:lstStyle/>
          <a:p>
            <a:r>
              <a:rPr lang="pt-BR" sz="5000" dirty="0"/>
              <a:t>Sistema de Recomendação Quantum </a:t>
            </a:r>
            <a:r>
              <a:rPr lang="pt-BR" sz="5000" dirty="0" err="1"/>
              <a:t>Finance</a:t>
            </a:r>
            <a:endParaRPr lang="pt-BR" sz="5000" dirty="0"/>
          </a:p>
        </p:txBody>
      </p:sp>
    </p:spTree>
    <p:extLst>
      <p:ext uri="{BB962C8B-B14F-4D97-AF65-F5344CB8AC3E}">
        <p14:creationId xmlns:p14="http://schemas.microsoft.com/office/powerpoint/2010/main" val="3976257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CD2959-A060-A674-D59A-F320451A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843375" cy="5175624"/>
          </a:xfrm>
        </p:spPr>
        <p:txBody>
          <a:bodyPr anchor="ctr">
            <a:normAutofit/>
          </a:bodyPr>
          <a:lstStyle/>
          <a:p>
            <a:r>
              <a:rPr lang="pt-BR">
                <a:solidFill>
                  <a:schemeClr val="tx1">
                    <a:lumMod val="85000"/>
                    <a:lumOff val="15000"/>
                  </a:schemeClr>
                </a:solidFill>
              </a:rPr>
              <a:t>Empresa e Desafio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C4ACA4-DD3B-60D7-CC6F-5F1946FDE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609601"/>
            <a:ext cx="5511296" cy="51756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b="1">
                <a:solidFill>
                  <a:srgbClr val="FFFFFF"/>
                </a:solidFill>
              </a:rPr>
              <a:t>QuantumFinance</a:t>
            </a:r>
          </a:p>
          <a:p>
            <a:pPr marL="0" indent="0">
              <a:buNone/>
            </a:pPr>
            <a:r>
              <a:rPr lang="pt-BR" b="0">
                <a:solidFill>
                  <a:srgbClr val="FFFFFF"/>
                </a:solidFill>
              </a:rPr>
              <a:t>	A QuantumFinance é uma fintech especializada em soluções de personalização financeira via Open Finance, atuando como intermediadora inteligente entre usuários e instituições financeiras.</a:t>
            </a:r>
          </a:p>
          <a:p>
            <a:pPr marL="0" indent="0">
              <a:buNone/>
            </a:pPr>
            <a:endParaRPr lang="pt-BR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pt-BR" b="1">
                <a:solidFill>
                  <a:srgbClr val="FFFFFF"/>
                </a:solidFill>
              </a:rPr>
              <a:t>Desafio</a:t>
            </a:r>
          </a:p>
          <a:p>
            <a:pPr marL="0" indent="0">
              <a:buNone/>
            </a:pPr>
            <a:r>
              <a:rPr lang="pt-BR" b="0">
                <a:solidFill>
                  <a:srgbClr val="FFFFFF"/>
                </a:solidFill>
              </a:rPr>
              <a:t>	Com a crescente disponibilidade de dados do Open Finance, torna-se desafiador transformar esse volume de informações em ofertas realmente relevantes aos clientes.</a:t>
            </a:r>
          </a:p>
          <a:p>
            <a:endParaRPr lang="pt-B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624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8146466-C249-3281-0399-6AEFAE817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pt-BR" sz="3300"/>
              <a:t>Objetivo do Sistema de Recomendação (SR)</a:t>
            </a:r>
            <a:br>
              <a:rPr lang="pt-BR" sz="3300"/>
            </a:br>
            <a:endParaRPr lang="pt-BR" sz="33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2FDFD7-6D9A-FB58-51AF-416EED9CD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0"/>
              <a:t>Implementar um Sistema de Recomendação Híbrido que:</a:t>
            </a:r>
          </a:p>
          <a:p>
            <a:pPr marL="0" indent="0">
              <a:buNone/>
            </a:pPr>
            <a:endParaRPr lang="pt-BR" b="0"/>
          </a:p>
          <a:p>
            <a:r>
              <a:rPr lang="pt-BR" b="0"/>
              <a:t>Sugira produtos financeiros personalizados com base em dados compartilhados via Open </a:t>
            </a:r>
            <a:r>
              <a:rPr lang="pt-BR" b="0" err="1"/>
              <a:t>Finance</a:t>
            </a:r>
            <a:r>
              <a:rPr lang="pt-BR" b="0"/>
              <a:t>.</a:t>
            </a:r>
          </a:p>
          <a:p>
            <a:endParaRPr lang="pt-BR" b="0"/>
          </a:p>
          <a:p>
            <a:r>
              <a:rPr lang="pt-BR" b="0"/>
              <a:t>Utilize técnicas de </a:t>
            </a:r>
            <a:r>
              <a:rPr lang="pt-BR" b="1"/>
              <a:t>filtro colaborativo </a:t>
            </a:r>
            <a:r>
              <a:rPr lang="pt-BR" b="0"/>
              <a:t>entre usuários e </a:t>
            </a:r>
            <a:r>
              <a:rPr lang="pt-BR" b="1"/>
              <a:t>regras baseadas em conhecimento</a:t>
            </a:r>
            <a:r>
              <a:rPr lang="pt-BR" b="0"/>
              <a:t>.</a:t>
            </a:r>
          </a:p>
          <a:p>
            <a:endParaRPr lang="pt-BR" b="0"/>
          </a:p>
          <a:p>
            <a:r>
              <a:rPr lang="pt-BR" b="0"/>
              <a:t>Aumente a retenção, engajamento e conversão de ofertas financeiras para clientes da plataforma.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1450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6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E466F7D-111A-ED37-66DD-E0D76F36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pt-BR" dirty="0"/>
              <a:t>Benefício Esperados</a:t>
            </a:r>
          </a:p>
        </p:txBody>
      </p:sp>
      <p:graphicFrame>
        <p:nvGraphicFramePr>
          <p:cNvPr id="7" name="Espaço Reservado para Conteúdo 2">
            <a:extLst>
              <a:ext uri="{FF2B5EF4-FFF2-40B4-BE49-F238E27FC236}">
                <a16:creationId xmlns:a16="http://schemas.microsoft.com/office/drawing/2014/main" id="{2A3B047A-C3E0-B909-15B4-E40F9E9A64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7195914"/>
              </p:ext>
            </p:extLst>
          </p:nvPr>
        </p:nvGraphicFramePr>
        <p:xfrm>
          <a:off x="224366" y="1938867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689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7BE78E7-056D-A5E0-FDE5-57181002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pt-BR" dirty="0">
                <a:ea typeface="Verdana" panose="020B0604030504040204" pitchFamily="34" charset="0"/>
              </a:rPr>
              <a:t>Arquitetura Técnica da Solução – </a:t>
            </a:r>
            <a:r>
              <a:rPr lang="pt-BR" dirty="0" err="1">
                <a:ea typeface="Verdana" panose="020B0604030504040204" pitchFamily="34" charset="0"/>
              </a:rPr>
              <a:t>QuantumRecomenda</a:t>
            </a:r>
            <a:endParaRPr lang="pt-BR" dirty="0">
              <a:ea typeface="Verdana" panose="020B060403050404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6D9C57-B6FA-2A82-673C-92E754C86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sz="700" b="1" dirty="0">
                <a:ea typeface="Verdana" panose="020B0604030504040204" pitchFamily="34" charset="0"/>
              </a:rPr>
              <a:t>Fonte de Dados</a:t>
            </a:r>
          </a:p>
          <a:p>
            <a:pPr marL="538163" lvl="1" indent="-269875">
              <a:lnSpc>
                <a:spcPct val="90000"/>
              </a:lnSpc>
            </a:pPr>
            <a:r>
              <a:rPr lang="pt-BR" sz="700" dirty="0">
                <a:ea typeface="Verdana" panose="020B0604030504040204" pitchFamily="34" charset="0"/>
              </a:rPr>
              <a:t>Dados de clientes e produtos financeiros consolidados via Open </a:t>
            </a:r>
            <a:r>
              <a:rPr lang="pt-BR" sz="700" dirty="0" err="1">
                <a:ea typeface="Verdana" panose="020B0604030504040204" pitchFamily="34" charset="0"/>
              </a:rPr>
              <a:t>Finance</a:t>
            </a:r>
            <a:r>
              <a:rPr lang="pt-BR" sz="700" dirty="0">
                <a:ea typeface="Verdana" panose="020B0604030504040204" pitchFamily="34" charset="0"/>
              </a:rPr>
              <a:t>.</a:t>
            </a:r>
          </a:p>
          <a:p>
            <a:pPr marL="538163" lvl="1" indent="-269875">
              <a:lnSpc>
                <a:spcPct val="90000"/>
              </a:lnSpc>
            </a:pPr>
            <a:r>
              <a:rPr lang="pt-BR" sz="700" dirty="0">
                <a:ea typeface="Verdana" panose="020B0604030504040204" pitchFamily="34" charset="0"/>
              </a:rPr>
              <a:t>Tabelas: </a:t>
            </a:r>
            <a:r>
              <a:rPr lang="pt-BR" sz="700" dirty="0" err="1">
                <a:ea typeface="Verdana" panose="020B0604030504040204" pitchFamily="34" charset="0"/>
              </a:rPr>
              <a:t>tbCliente</a:t>
            </a:r>
            <a:r>
              <a:rPr lang="pt-BR" sz="700" dirty="0">
                <a:ea typeface="Verdana" panose="020B0604030504040204" pitchFamily="34" charset="0"/>
              </a:rPr>
              <a:t>, </a:t>
            </a:r>
            <a:r>
              <a:rPr lang="pt-BR" sz="700" dirty="0" err="1">
                <a:ea typeface="Verdana" panose="020B0604030504040204" pitchFamily="34" charset="0"/>
              </a:rPr>
              <a:t>tbProduto</a:t>
            </a:r>
            <a:r>
              <a:rPr lang="pt-BR" sz="700" dirty="0">
                <a:ea typeface="Verdana" panose="020B0604030504040204" pitchFamily="34" charset="0"/>
              </a:rPr>
              <a:t>, </a:t>
            </a:r>
            <a:r>
              <a:rPr lang="pt-BR" sz="700" dirty="0" err="1">
                <a:ea typeface="Verdana" panose="020B0604030504040204" pitchFamily="34" charset="0"/>
              </a:rPr>
              <a:t>tbClienteProduto</a:t>
            </a:r>
            <a:r>
              <a:rPr lang="pt-BR" sz="700" dirty="0">
                <a:ea typeface="Verdana" panose="020B0604030504040204" pitchFamily="34" charset="0"/>
              </a:rPr>
              <a:t>, </a:t>
            </a:r>
            <a:r>
              <a:rPr lang="pt-BR" sz="700" dirty="0" err="1">
                <a:ea typeface="Verdana" panose="020B0604030504040204" pitchFamily="34" charset="0"/>
              </a:rPr>
              <a:t>tbClienteSimilaridade</a:t>
            </a:r>
            <a:r>
              <a:rPr lang="pt-BR" sz="700" dirty="0">
                <a:ea typeface="Verdana" panose="020B0604030504040204" pitchFamily="34" charset="0"/>
              </a:rPr>
              <a:t>.</a:t>
            </a:r>
          </a:p>
          <a:p>
            <a:pPr marL="538163" lvl="1" indent="-269875">
              <a:lnSpc>
                <a:spcPct val="90000"/>
              </a:lnSpc>
            </a:pPr>
            <a:endParaRPr lang="pt-BR" sz="700" dirty="0">
              <a:ea typeface="Verdana" panose="020B0604030504040204" pitchFamily="34" charset="0"/>
            </a:endParaRPr>
          </a:p>
          <a:p>
            <a:pPr>
              <a:lnSpc>
                <a:spcPct val="90000"/>
              </a:lnSpc>
              <a:buNone/>
            </a:pPr>
            <a:r>
              <a:rPr lang="pt-BR" sz="700" b="1" dirty="0">
                <a:ea typeface="Verdana" panose="020B0604030504040204" pitchFamily="34" charset="0"/>
              </a:rPr>
              <a:t>Pré-processamento e Cálculo de Similaridade</a:t>
            </a:r>
          </a:p>
          <a:p>
            <a:pPr marL="538163" indent="-269875">
              <a:lnSpc>
                <a:spcPct val="90000"/>
              </a:lnSpc>
            </a:pPr>
            <a:r>
              <a:rPr lang="pt-BR" sz="700" dirty="0">
                <a:ea typeface="Verdana" panose="020B0604030504040204" pitchFamily="34" charset="0"/>
              </a:rPr>
              <a:t>Normalização de dados de interesse (quantidade produto, recorrência, curtidas).</a:t>
            </a:r>
          </a:p>
          <a:p>
            <a:pPr marL="538163" indent="-269875">
              <a:lnSpc>
                <a:spcPct val="90000"/>
              </a:lnSpc>
            </a:pPr>
            <a:r>
              <a:rPr lang="pt-BR" sz="700" dirty="0">
                <a:ea typeface="Verdana" panose="020B0604030504040204" pitchFamily="34" charset="0"/>
              </a:rPr>
              <a:t>Cálculo de distância Euclidiana para similaridade entre clientes.</a:t>
            </a:r>
          </a:p>
          <a:p>
            <a:pPr marL="538163" indent="-269875">
              <a:lnSpc>
                <a:spcPct val="90000"/>
              </a:lnSpc>
            </a:pPr>
            <a:endParaRPr lang="pt-BR" sz="700" dirty="0">
              <a:ea typeface="Verdana" panose="020B0604030504040204" pitchFamily="34" charset="0"/>
            </a:endParaRPr>
          </a:p>
          <a:p>
            <a:pPr>
              <a:lnSpc>
                <a:spcPct val="90000"/>
              </a:lnSpc>
              <a:buNone/>
            </a:pPr>
            <a:r>
              <a:rPr lang="pt-BR" sz="700" b="1" dirty="0">
                <a:ea typeface="Verdana" panose="020B0604030504040204" pitchFamily="34" charset="0"/>
              </a:rPr>
              <a:t>Módulo de Recomendação (Híbrido)</a:t>
            </a:r>
          </a:p>
          <a:p>
            <a:pPr marL="538163" indent="-269875">
              <a:lnSpc>
                <a:spcPct val="90000"/>
              </a:lnSpc>
            </a:pPr>
            <a:r>
              <a:rPr lang="pt-BR" sz="700" b="1" dirty="0">
                <a:ea typeface="Verdana" panose="020B0604030504040204" pitchFamily="34" charset="0"/>
              </a:rPr>
              <a:t>Filtro Colaborativo entre Usuários (</a:t>
            </a:r>
            <a:r>
              <a:rPr lang="pt-BR" sz="700" b="1" dirty="0" err="1">
                <a:ea typeface="Verdana" panose="020B0604030504040204" pitchFamily="34" charset="0"/>
              </a:rPr>
              <a:t>User-User</a:t>
            </a:r>
            <a:r>
              <a:rPr lang="pt-BR" sz="700" b="1" dirty="0">
                <a:ea typeface="Verdana" panose="020B0604030504040204" pitchFamily="34" charset="0"/>
              </a:rPr>
              <a:t> CF)</a:t>
            </a:r>
          </a:p>
          <a:p>
            <a:pPr marL="938213" lvl="1" indent="-269875">
              <a:lnSpc>
                <a:spcPct val="90000"/>
              </a:lnSpc>
            </a:pPr>
            <a:r>
              <a:rPr lang="pt-BR" sz="700" dirty="0">
                <a:ea typeface="Verdana" panose="020B0604030504040204" pitchFamily="34" charset="0"/>
              </a:rPr>
              <a:t>Sugestão de produtos usados por clientes similares ao cliente alvo.</a:t>
            </a:r>
          </a:p>
          <a:p>
            <a:pPr marL="938213" lvl="1" indent="-269875">
              <a:lnSpc>
                <a:spcPct val="90000"/>
              </a:lnSpc>
            </a:pPr>
            <a:r>
              <a:rPr lang="pt-BR" sz="700" dirty="0">
                <a:ea typeface="Verdana" panose="020B0604030504040204" pitchFamily="34" charset="0"/>
              </a:rPr>
              <a:t>Exemplo: se Marcos é similar a Ana, recomendar produtos de Marcos que Ana não possui.</a:t>
            </a:r>
          </a:p>
          <a:p>
            <a:pPr marL="538163" indent="-269875">
              <a:lnSpc>
                <a:spcPct val="90000"/>
              </a:lnSpc>
            </a:pPr>
            <a:r>
              <a:rPr lang="pt-BR" sz="700" b="1" dirty="0"/>
              <a:t>Baseado em Conhecimento (Popularidade + Regras)</a:t>
            </a:r>
          </a:p>
          <a:p>
            <a:pPr marL="938213" lvl="1" indent="-269875">
              <a:lnSpc>
                <a:spcPct val="90000"/>
              </a:lnSpc>
            </a:pPr>
            <a:r>
              <a:rPr lang="pt-BR" sz="700" dirty="0"/>
              <a:t>Considera produtos com maior número de curtidas ou definidos como estratégicos pela fintech.</a:t>
            </a:r>
            <a:endParaRPr lang="pt-BR" sz="700" dirty="0">
              <a:ea typeface="Verdana" panose="020B0604030504040204" pitchFamily="34" charset="0"/>
            </a:endParaRPr>
          </a:p>
          <a:p>
            <a:pPr marL="938213" lvl="1" indent="-269875">
              <a:lnSpc>
                <a:spcPct val="90000"/>
              </a:lnSpc>
            </a:pPr>
            <a:r>
              <a:rPr lang="pt-BR" sz="700" dirty="0"/>
              <a:t>Complementa a recomendação com lógica de negócio.</a:t>
            </a:r>
          </a:p>
          <a:p>
            <a:pPr marL="668338" lvl="1" indent="0">
              <a:lnSpc>
                <a:spcPct val="90000"/>
              </a:lnSpc>
              <a:buNone/>
            </a:pPr>
            <a:endParaRPr lang="pt-BR" sz="700" dirty="0">
              <a:ea typeface="Verdana" panose="020B0604030504040204" pitchFamily="34" charset="0"/>
            </a:endParaRPr>
          </a:p>
          <a:p>
            <a:pPr>
              <a:lnSpc>
                <a:spcPct val="90000"/>
              </a:lnSpc>
              <a:buNone/>
            </a:pPr>
            <a:r>
              <a:rPr lang="pt-BR" sz="700" b="1" dirty="0">
                <a:ea typeface="Verdana" panose="020B0604030504040204" pitchFamily="34" charset="0"/>
              </a:rPr>
              <a:t>Camada de Aplicação (</a:t>
            </a:r>
            <a:r>
              <a:rPr lang="pt-BR" sz="700" b="1" dirty="0" err="1">
                <a:ea typeface="Verdana" panose="020B0604030504040204" pitchFamily="34" charset="0"/>
              </a:rPr>
              <a:t>Backend</a:t>
            </a:r>
            <a:r>
              <a:rPr lang="pt-BR" sz="700" b="1" dirty="0">
                <a:ea typeface="Verdana" panose="020B0604030504040204" pitchFamily="34" charset="0"/>
              </a:rPr>
              <a:t> + </a:t>
            </a:r>
            <a:r>
              <a:rPr lang="pt-BR" sz="700" b="1" dirty="0" err="1">
                <a:ea typeface="Verdana" panose="020B0604030504040204" pitchFamily="34" charset="0"/>
              </a:rPr>
              <a:t>Frontend</a:t>
            </a:r>
            <a:r>
              <a:rPr lang="pt-BR" sz="700" b="1" dirty="0">
                <a:ea typeface="Verdana" panose="020B0604030504040204" pitchFamily="34" charset="0"/>
              </a:rPr>
              <a:t>)</a:t>
            </a:r>
          </a:p>
          <a:p>
            <a:pPr marL="538163" indent="-269875">
              <a:lnSpc>
                <a:spcPct val="90000"/>
              </a:lnSpc>
            </a:pPr>
            <a:r>
              <a:rPr lang="pt-BR" sz="700" dirty="0">
                <a:ea typeface="Verdana" panose="020B0604030504040204" pitchFamily="34" charset="0"/>
              </a:rPr>
              <a:t>Lógica em Python/SQL</a:t>
            </a:r>
          </a:p>
          <a:p>
            <a:pPr marL="538163" indent="-269875">
              <a:lnSpc>
                <a:spcPct val="90000"/>
              </a:lnSpc>
            </a:pPr>
            <a:r>
              <a:rPr lang="pt-BR" sz="700" dirty="0">
                <a:ea typeface="Verdana" panose="020B0604030504040204" pitchFamily="34" charset="0"/>
              </a:rPr>
              <a:t>Protótipo de tela inicial do APP da fintech, apresentando botão de descoberta de produtos recomendados. Na nova tela temos a lista de produtos recomendados pelo SR e botão de “curtir”.</a:t>
            </a:r>
          </a:p>
          <a:p>
            <a:pPr marL="268288" indent="0">
              <a:lnSpc>
                <a:spcPct val="90000"/>
              </a:lnSpc>
              <a:buNone/>
            </a:pPr>
            <a:endParaRPr lang="pt-BR" sz="700" dirty="0"/>
          </a:p>
          <a:p>
            <a:pPr lvl="1">
              <a:lnSpc>
                <a:spcPct val="90000"/>
              </a:lnSpc>
            </a:pPr>
            <a:endParaRPr lang="pt-BR" sz="700" dirty="0"/>
          </a:p>
        </p:txBody>
      </p:sp>
    </p:spTree>
    <p:extLst>
      <p:ext uri="{BB962C8B-B14F-4D97-AF65-F5344CB8AC3E}">
        <p14:creationId xmlns:p14="http://schemas.microsoft.com/office/powerpoint/2010/main" val="186008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A00949D-7DD8-CF43-A903-D0F8F8C2D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Arquitetura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EAF38BE-2A2C-8B12-0B46-ADA2019BC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213" y="325178"/>
            <a:ext cx="3614570" cy="5643458"/>
          </a:xfrm>
          <a:prstGeom prst="rect">
            <a:avLst/>
          </a:prstGeom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35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6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0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1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3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8B95E2-AD2A-B608-5FB3-32D746678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843375" cy="5175624"/>
          </a:xfrm>
        </p:spPr>
        <p:txBody>
          <a:bodyPr anchor="ctr">
            <a:normAutofit/>
          </a:bodyPr>
          <a:lstStyle/>
          <a:p>
            <a:r>
              <a:rPr lang="pt-BR">
                <a:solidFill>
                  <a:schemeClr val="tx1">
                    <a:lumMod val="85000"/>
                    <a:lumOff val="15000"/>
                  </a:schemeClr>
                </a:solidFill>
              </a:rPr>
              <a:t>Justificativa da Técnica Hibrida</a:t>
            </a:r>
          </a:p>
        </p:txBody>
      </p:sp>
      <p:sp>
        <p:nvSpPr>
          <p:cNvPr id="54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8" name="Espaço Reservado para Conteúdo 2">
            <a:extLst>
              <a:ext uri="{FF2B5EF4-FFF2-40B4-BE49-F238E27FC236}">
                <a16:creationId xmlns:a16="http://schemas.microsoft.com/office/drawing/2014/main" id="{BB801A6F-7413-FB02-6611-9B534D00CC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3867184"/>
              </p:ext>
            </p:extLst>
          </p:nvPr>
        </p:nvGraphicFramePr>
        <p:xfrm>
          <a:off x="6116084" y="609601"/>
          <a:ext cx="5511296" cy="5175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4212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11C8E-936B-4ED5-7B9F-96B55D9FF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65D37AF-DBA9-5161-5B1E-8ADA6DABB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pt-BR" dirty="0"/>
              <a:t>Protótipo</a:t>
            </a:r>
            <a:endParaRPr lang="pt-BR" dirty="0">
              <a:ea typeface="Verdana" panose="020B060403050404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11B77A4-62B3-141D-6BED-80806A07E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7894" y="1806199"/>
            <a:ext cx="3750428" cy="375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D5D2ECFB-9BAC-EF1C-6B56-52F8A6E22D97}"/>
              </a:ext>
            </a:extLst>
          </p:cNvPr>
          <p:cNvSpPr/>
          <p:nvPr/>
        </p:nvSpPr>
        <p:spPr>
          <a:xfrm>
            <a:off x="4621127" y="3539067"/>
            <a:ext cx="659787" cy="9482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7C2A2434-1EC9-B1E8-91BC-88D1BCA78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75" y="1789810"/>
            <a:ext cx="3750428" cy="375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180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E3CB0D-D67A-D132-C098-32F37E6AB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pt-BR" dirty="0"/>
              <a:t>Resultados da recomendação (script)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82C2B3-D883-2716-DF11-B71F68F07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pt-BR" sz="1500" b="1"/>
              <a:t>Fonte de Dados:</a:t>
            </a:r>
            <a:endParaRPr lang="pt-BR" sz="1500"/>
          </a:p>
          <a:p>
            <a:pPr lvl="1">
              <a:lnSpc>
                <a:spcPct val="90000"/>
              </a:lnSpc>
            </a:pPr>
            <a:r>
              <a:rPr lang="pt-BR" sz="1500"/>
              <a:t>Dados Open </a:t>
            </a:r>
            <a:r>
              <a:rPr lang="pt-BR" sz="1500" err="1"/>
              <a:t>Finance</a:t>
            </a:r>
            <a:r>
              <a:rPr lang="pt-BR" sz="1500"/>
              <a:t> (clientes, produtos)</a:t>
            </a:r>
          </a:p>
          <a:p>
            <a:pPr lvl="1">
              <a:lnSpc>
                <a:spcPct val="90000"/>
              </a:lnSpc>
            </a:pPr>
            <a:r>
              <a:rPr lang="pt-BR" sz="1500"/>
              <a:t>Tabelas: Cliente, Produto, Vínculos, Similaridade</a:t>
            </a:r>
          </a:p>
          <a:p>
            <a:pPr>
              <a:lnSpc>
                <a:spcPct val="90000"/>
              </a:lnSpc>
            </a:pPr>
            <a:r>
              <a:rPr lang="pt-BR" sz="1500" b="1"/>
              <a:t>Pré-processamento e Similaridade:</a:t>
            </a:r>
            <a:endParaRPr lang="pt-BR" sz="1500"/>
          </a:p>
          <a:p>
            <a:pPr lvl="1">
              <a:lnSpc>
                <a:spcPct val="90000"/>
              </a:lnSpc>
            </a:pPr>
            <a:r>
              <a:rPr lang="pt-BR" sz="1500"/>
              <a:t>Normalização de dados (quantidade, recorrência, curtidas)</a:t>
            </a:r>
          </a:p>
          <a:p>
            <a:pPr lvl="1">
              <a:lnSpc>
                <a:spcPct val="90000"/>
              </a:lnSpc>
            </a:pPr>
            <a:r>
              <a:rPr lang="pt-BR" sz="1500"/>
              <a:t>Cálculo de Distância Euclidiana (clientes)</a:t>
            </a:r>
          </a:p>
          <a:p>
            <a:pPr>
              <a:lnSpc>
                <a:spcPct val="90000"/>
              </a:lnSpc>
            </a:pPr>
            <a:r>
              <a:rPr lang="pt-BR" sz="1500" b="1"/>
              <a:t>Módulo de Recomendação (Híbrido):</a:t>
            </a:r>
            <a:endParaRPr lang="pt-BR" sz="1500"/>
          </a:p>
          <a:p>
            <a:pPr lvl="1">
              <a:lnSpc>
                <a:spcPct val="90000"/>
              </a:lnSpc>
            </a:pPr>
            <a:r>
              <a:rPr lang="pt-BR" sz="1500" b="1"/>
              <a:t>Filtro Colaborativo (</a:t>
            </a:r>
            <a:r>
              <a:rPr lang="pt-BR" sz="1500" b="1" err="1"/>
              <a:t>User-User</a:t>
            </a:r>
            <a:r>
              <a:rPr lang="pt-BR" sz="1500" b="1"/>
              <a:t> CF):</a:t>
            </a:r>
            <a:r>
              <a:rPr lang="pt-BR" sz="1500"/>
              <a:t> Sugere produtos de usuários similares.</a:t>
            </a:r>
          </a:p>
          <a:p>
            <a:pPr lvl="1">
              <a:lnSpc>
                <a:spcPct val="90000"/>
              </a:lnSpc>
            </a:pPr>
            <a:r>
              <a:rPr lang="pt-BR" sz="1500" b="1"/>
              <a:t>Baseado em Conhecimento:</a:t>
            </a:r>
            <a:r>
              <a:rPr lang="pt-BR" sz="1500"/>
              <a:t> Produtos populares/estratégicos + lógica de negócio.</a:t>
            </a:r>
          </a:p>
          <a:p>
            <a:pPr>
              <a:lnSpc>
                <a:spcPct val="90000"/>
              </a:lnSpc>
            </a:pPr>
            <a:r>
              <a:rPr lang="pt-BR" sz="1500" b="1"/>
              <a:t>Camada de Aplicação (</a:t>
            </a:r>
            <a:r>
              <a:rPr lang="pt-BR" sz="1500" b="1" err="1"/>
              <a:t>Backend</a:t>
            </a:r>
            <a:r>
              <a:rPr lang="pt-BR" sz="1500" b="1"/>
              <a:t>/</a:t>
            </a:r>
            <a:r>
              <a:rPr lang="pt-BR" sz="1500" b="1" err="1"/>
              <a:t>Frontend</a:t>
            </a:r>
            <a:r>
              <a:rPr lang="pt-BR" sz="1500" b="1"/>
              <a:t>):</a:t>
            </a:r>
            <a:endParaRPr lang="pt-BR" sz="1500"/>
          </a:p>
          <a:p>
            <a:pPr lvl="1">
              <a:lnSpc>
                <a:spcPct val="90000"/>
              </a:lnSpc>
            </a:pPr>
            <a:r>
              <a:rPr lang="pt-BR" sz="1500"/>
              <a:t>Lógica: Python/SQL</a:t>
            </a:r>
          </a:p>
          <a:p>
            <a:pPr lvl="1">
              <a:lnSpc>
                <a:spcPct val="90000"/>
              </a:lnSpc>
            </a:pPr>
            <a:r>
              <a:rPr lang="pt-BR" sz="1500"/>
              <a:t>Protótipo APP: Tela inicial ("Descobrir"), Lista Recomendações + "Curtir".</a:t>
            </a:r>
          </a:p>
          <a:p>
            <a:pPr marL="0" indent="0">
              <a:lnSpc>
                <a:spcPct val="90000"/>
              </a:lnSpc>
              <a:buNone/>
            </a:pPr>
            <a:endParaRPr lang="pt-BR" sz="1500"/>
          </a:p>
        </p:txBody>
      </p:sp>
    </p:spTree>
    <p:extLst>
      <p:ext uri="{BB962C8B-B14F-4D97-AF65-F5344CB8AC3E}">
        <p14:creationId xmlns:p14="http://schemas.microsoft.com/office/powerpoint/2010/main" val="3591201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7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9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0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1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27577DEC-D9A5-404D-9789-702F4319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EEA9366-CEA8-4F23-B065-4337F0D8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04A03D6-39B4-4278-9BE1-A07E0244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BE459AF-3736-4886-82E0-9B5DA427B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23">
              <a:extLst>
                <a:ext uri="{FF2B5EF4-FFF2-40B4-BE49-F238E27FC236}">
                  <a16:creationId xmlns:a16="http://schemas.microsoft.com/office/drawing/2014/main" id="{4B6B88EF-180C-4E39-8A3F-A52E87110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" name="Rectangle 25">
              <a:extLst>
                <a:ext uri="{FF2B5EF4-FFF2-40B4-BE49-F238E27FC236}">
                  <a16:creationId xmlns:a16="http://schemas.microsoft.com/office/drawing/2014/main" id="{52DFAACF-64D0-4621-8FF4-E2F03C3E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36611FF0-65B3-49DB-97C6-1B72AAD0F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3" name="Rectangle 27">
              <a:extLst>
                <a:ext uri="{FF2B5EF4-FFF2-40B4-BE49-F238E27FC236}">
                  <a16:creationId xmlns:a16="http://schemas.microsoft.com/office/drawing/2014/main" id="{0F7407FE-86B1-4890-9D80-9406FBF29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4" name="Rectangle 29">
              <a:extLst>
                <a:ext uri="{FF2B5EF4-FFF2-40B4-BE49-F238E27FC236}">
                  <a16:creationId xmlns:a16="http://schemas.microsoft.com/office/drawing/2014/main" id="{EBD42D5B-8F87-45B3-98B3-C66944F92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F5E04699-59E1-4468-9E7C-83070EEB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F2AE8F13-9A52-4D7F-9637-321EA7CF3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C4DFF8D-01D3-8AB7-3685-8DC070167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067" y="2404534"/>
            <a:ext cx="7766936" cy="16463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pt-BR" sz="5400" noProof="0" dirty="0"/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410526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164</TotalTime>
  <Words>473</Words>
  <Application>Microsoft Office PowerPoint</Application>
  <PresentationFormat>Widescreen</PresentationFormat>
  <Paragraphs>62</Paragraphs>
  <Slides>10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Trebuchet MS</vt:lpstr>
      <vt:lpstr>Verdana</vt:lpstr>
      <vt:lpstr>Wingdings 3</vt:lpstr>
      <vt:lpstr>Facetado</vt:lpstr>
      <vt:lpstr>Sistema de Recomendação Quantum Finance</vt:lpstr>
      <vt:lpstr>Empresa e Desafio</vt:lpstr>
      <vt:lpstr>Objetivo do Sistema de Recomendação (SR) </vt:lpstr>
      <vt:lpstr>Benefício Esperados</vt:lpstr>
      <vt:lpstr>Arquitetura Técnica da Solução – QuantumRecomenda</vt:lpstr>
      <vt:lpstr>Arquitetura</vt:lpstr>
      <vt:lpstr>Justificativa da Técnica Hibrida</vt:lpstr>
      <vt:lpstr>Protótipo</vt:lpstr>
      <vt:lpstr>Resultados da recomendação (script)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 Eyng</dc:creator>
  <cp:lastModifiedBy>Ivan Carlos Gazin</cp:lastModifiedBy>
  <cp:revision>6</cp:revision>
  <dcterms:created xsi:type="dcterms:W3CDTF">2025-05-23T23:26:13Z</dcterms:created>
  <dcterms:modified xsi:type="dcterms:W3CDTF">2025-06-14T18:54:55Z</dcterms:modified>
</cp:coreProperties>
</file>