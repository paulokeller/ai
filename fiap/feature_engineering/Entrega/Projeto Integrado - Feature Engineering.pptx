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312" r:id="rId6"/>
    <p:sldId id="313" r:id="rId7"/>
    <p:sldId id="314" r:id="rId8"/>
    <p:sldId id="319" r:id="rId9"/>
    <p:sldId id="318" r:id="rId10"/>
    <p:sldId id="315" r:id="rId11"/>
    <p:sldId id="3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1D79E-EFDE-417E-8817-8619230230F3}" v="90" dt="2025-04-27T22:26:26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595" autoAdjust="0"/>
  </p:normalViewPr>
  <p:slideViewPr>
    <p:cSldViewPr snapToGrid="0">
      <p:cViewPr varScale="1">
        <p:scale>
          <a:sx n="89" d="100"/>
          <a:sy n="89" d="100"/>
        </p:scale>
        <p:origin x="418" y="82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Carlos Gazin" userId="b1e18425-f377-4dc4-89dc-78c35dcee52f" providerId="ADAL" clId="{4471D79E-EFDE-417E-8817-8619230230F3}"/>
    <pc:docChg chg="undo redo custSel addSld delSld modSld sldOrd">
      <pc:chgData name="Ivan Carlos Gazin" userId="b1e18425-f377-4dc4-89dc-78c35dcee52f" providerId="ADAL" clId="{4471D79E-EFDE-417E-8817-8619230230F3}" dt="2025-04-27T23:24:52.590" v="6762" actId="1076"/>
      <pc:docMkLst>
        <pc:docMk/>
      </pc:docMkLst>
      <pc:sldChg chg="modSp mod">
        <pc:chgData name="Ivan Carlos Gazin" userId="b1e18425-f377-4dc4-89dc-78c35dcee52f" providerId="ADAL" clId="{4471D79E-EFDE-417E-8817-8619230230F3}" dt="2025-04-27T23:14:26.260" v="6759" actId="113"/>
        <pc:sldMkLst>
          <pc:docMk/>
          <pc:sldMk cId="1642425379" sldId="256"/>
        </pc:sldMkLst>
        <pc:spChg chg="mod">
          <ac:chgData name="Ivan Carlos Gazin" userId="b1e18425-f377-4dc4-89dc-78c35dcee52f" providerId="ADAL" clId="{4471D79E-EFDE-417E-8817-8619230230F3}" dt="2025-04-27T23:14:26.260" v="6759" actId="113"/>
          <ac:spMkLst>
            <pc:docMk/>
            <pc:sldMk cId="1642425379" sldId="256"/>
            <ac:spMk id="5" creationId="{3B95A575-4944-44FE-8343-886F3F62894C}"/>
          </ac:spMkLst>
        </pc:spChg>
        <pc:spChg chg="mod">
          <ac:chgData name="Ivan Carlos Gazin" userId="b1e18425-f377-4dc4-89dc-78c35dcee52f" providerId="ADAL" clId="{4471D79E-EFDE-417E-8817-8619230230F3}" dt="2025-04-27T00:33:49.043" v="3869" actId="14100"/>
          <ac:spMkLst>
            <pc:docMk/>
            <pc:sldMk cId="1642425379" sldId="256"/>
            <ac:spMk id="7" creationId="{9C522CE7-8601-4799-A188-72F4C128D33A}"/>
          </ac:spMkLst>
        </pc:spChg>
      </pc:sldChg>
      <pc:sldChg chg="del">
        <pc:chgData name="Ivan Carlos Gazin" userId="b1e18425-f377-4dc4-89dc-78c35dcee52f" providerId="ADAL" clId="{4471D79E-EFDE-417E-8817-8619230230F3}" dt="2025-04-27T00:25:45.157" v="3716" actId="47"/>
        <pc:sldMkLst>
          <pc:docMk/>
          <pc:sldMk cId="1472106130" sldId="270"/>
        </pc:sldMkLst>
      </pc:sldChg>
      <pc:sldChg chg="del">
        <pc:chgData name="Ivan Carlos Gazin" userId="b1e18425-f377-4dc4-89dc-78c35dcee52f" providerId="ADAL" clId="{4471D79E-EFDE-417E-8817-8619230230F3}" dt="2025-04-27T00:25:46.555" v="3719" actId="47"/>
        <pc:sldMkLst>
          <pc:docMk/>
          <pc:sldMk cId="3477453048" sldId="282"/>
        </pc:sldMkLst>
      </pc:sldChg>
      <pc:sldChg chg="del">
        <pc:chgData name="Ivan Carlos Gazin" userId="b1e18425-f377-4dc4-89dc-78c35dcee52f" providerId="ADAL" clId="{4471D79E-EFDE-417E-8817-8619230230F3}" dt="2025-04-27T00:25:44.718" v="3715" actId="47"/>
        <pc:sldMkLst>
          <pc:docMk/>
          <pc:sldMk cId="698293998" sldId="285"/>
        </pc:sldMkLst>
      </pc:sldChg>
      <pc:sldChg chg="delSp del mod ord">
        <pc:chgData name="Ivan Carlos Gazin" userId="b1e18425-f377-4dc4-89dc-78c35dcee52f" providerId="ADAL" clId="{4471D79E-EFDE-417E-8817-8619230230F3}" dt="2025-04-26T21:35:07.938" v="6" actId="47"/>
        <pc:sldMkLst>
          <pc:docMk/>
          <pc:sldMk cId="2949032399" sldId="286"/>
        </pc:sldMkLst>
        <pc:spChg chg="del">
          <ac:chgData name="Ivan Carlos Gazin" userId="b1e18425-f377-4dc4-89dc-78c35dcee52f" providerId="ADAL" clId="{4471D79E-EFDE-417E-8817-8619230230F3}" dt="2025-04-26T21:34:04.031" v="4" actId="478"/>
          <ac:spMkLst>
            <pc:docMk/>
            <pc:sldMk cId="2949032399" sldId="286"/>
            <ac:spMk id="4" creationId="{CA9ED77D-2B6B-4E46-8274-36014FE908F7}"/>
          </ac:spMkLst>
        </pc:spChg>
        <pc:spChg chg="del">
          <ac:chgData name="Ivan Carlos Gazin" userId="b1e18425-f377-4dc4-89dc-78c35dcee52f" providerId="ADAL" clId="{4471D79E-EFDE-417E-8817-8619230230F3}" dt="2025-04-26T21:34:04.031" v="4" actId="478"/>
          <ac:spMkLst>
            <pc:docMk/>
            <pc:sldMk cId="2949032399" sldId="286"/>
            <ac:spMk id="5" creationId="{E04DB081-B60F-4DC1-A168-C1FA616A707A}"/>
          </ac:spMkLst>
        </pc:spChg>
        <pc:spChg chg="del">
          <ac:chgData name="Ivan Carlos Gazin" userId="b1e18425-f377-4dc4-89dc-78c35dcee52f" providerId="ADAL" clId="{4471D79E-EFDE-417E-8817-8619230230F3}" dt="2025-04-26T21:34:04.031" v="4" actId="478"/>
          <ac:spMkLst>
            <pc:docMk/>
            <pc:sldMk cId="2949032399" sldId="286"/>
            <ac:spMk id="6" creationId="{5D81667E-28E3-4197-9F43-0F8C3650590A}"/>
          </ac:spMkLst>
        </pc:spChg>
        <pc:graphicFrameChg chg="del">
          <ac:chgData name="Ivan Carlos Gazin" userId="b1e18425-f377-4dc4-89dc-78c35dcee52f" providerId="ADAL" clId="{4471D79E-EFDE-417E-8817-8619230230F3}" dt="2025-04-26T21:34:04.031" v="4" actId="478"/>
          <ac:graphicFrameMkLst>
            <pc:docMk/>
            <pc:sldMk cId="2949032399" sldId="286"/>
            <ac:graphicFrameMk id="9" creationId="{4FEE1642-B122-4C8C-812B-30F133EF6C27}"/>
          </ac:graphicFrameMkLst>
        </pc:graphicFrameChg>
      </pc:sldChg>
      <pc:sldChg chg="del">
        <pc:chgData name="Ivan Carlos Gazin" userId="b1e18425-f377-4dc4-89dc-78c35dcee52f" providerId="ADAL" clId="{4471D79E-EFDE-417E-8817-8619230230F3}" dt="2025-04-27T00:25:47.151" v="3720" actId="47"/>
        <pc:sldMkLst>
          <pc:docMk/>
          <pc:sldMk cId="3435056668" sldId="287"/>
        </pc:sldMkLst>
      </pc:sldChg>
      <pc:sldChg chg="del">
        <pc:chgData name="Ivan Carlos Gazin" userId="b1e18425-f377-4dc4-89dc-78c35dcee52f" providerId="ADAL" clId="{4471D79E-EFDE-417E-8817-8619230230F3}" dt="2025-04-27T00:25:47.597" v="3721" actId="47"/>
        <pc:sldMkLst>
          <pc:docMk/>
          <pc:sldMk cId="2244761531" sldId="288"/>
        </pc:sldMkLst>
      </pc:sldChg>
      <pc:sldChg chg="del">
        <pc:chgData name="Ivan Carlos Gazin" userId="b1e18425-f377-4dc4-89dc-78c35dcee52f" providerId="ADAL" clId="{4471D79E-EFDE-417E-8817-8619230230F3}" dt="2025-04-27T00:25:46.089" v="3718" actId="47"/>
        <pc:sldMkLst>
          <pc:docMk/>
          <pc:sldMk cId="829362705" sldId="289"/>
        </pc:sldMkLst>
      </pc:sldChg>
      <pc:sldChg chg="del ord">
        <pc:chgData name="Ivan Carlos Gazin" userId="b1e18425-f377-4dc4-89dc-78c35dcee52f" providerId="ADAL" clId="{4471D79E-EFDE-417E-8817-8619230230F3}" dt="2025-04-26T21:44:39.128" v="89" actId="47"/>
        <pc:sldMkLst>
          <pc:docMk/>
          <pc:sldMk cId="3048236649" sldId="290"/>
        </pc:sldMkLst>
      </pc:sldChg>
      <pc:sldChg chg="del">
        <pc:chgData name="Ivan Carlos Gazin" userId="b1e18425-f377-4dc4-89dc-78c35dcee52f" providerId="ADAL" clId="{4471D79E-EFDE-417E-8817-8619230230F3}" dt="2025-04-27T00:25:43.736" v="3713" actId="47"/>
        <pc:sldMkLst>
          <pc:docMk/>
          <pc:sldMk cId="2821816735" sldId="298"/>
        </pc:sldMkLst>
      </pc:sldChg>
      <pc:sldChg chg="del">
        <pc:chgData name="Ivan Carlos Gazin" userId="b1e18425-f377-4dc4-89dc-78c35dcee52f" providerId="ADAL" clId="{4471D79E-EFDE-417E-8817-8619230230F3}" dt="2025-04-27T00:25:45.686" v="3717" actId="47"/>
        <pc:sldMkLst>
          <pc:docMk/>
          <pc:sldMk cId="3858485767" sldId="300"/>
        </pc:sldMkLst>
      </pc:sldChg>
      <pc:sldChg chg="del">
        <pc:chgData name="Ivan Carlos Gazin" userId="b1e18425-f377-4dc4-89dc-78c35dcee52f" providerId="ADAL" clId="{4471D79E-EFDE-417E-8817-8619230230F3}" dt="2025-04-27T00:25:39.746" v="3707" actId="47"/>
        <pc:sldMkLst>
          <pc:docMk/>
          <pc:sldMk cId="831733384" sldId="301"/>
        </pc:sldMkLst>
      </pc:sldChg>
      <pc:sldChg chg="del ord">
        <pc:chgData name="Ivan Carlos Gazin" userId="b1e18425-f377-4dc4-89dc-78c35dcee52f" providerId="ADAL" clId="{4471D79E-EFDE-417E-8817-8619230230F3}" dt="2025-04-26T23:49:57.015" v="2556" actId="2696"/>
        <pc:sldMkLst>
          <pc:docMk/>
          <pc:sldMk cId="323836270" sldId="302"/>
        </pc:sldMkLst>
      </pc:sldChg>
      <pc:sldChg chg="addSp delSp modSp add del mod">
        <pc:chgData name="Ivan Carlos Gazin" userId="b1e18425-f377-4dc4-89dc-78c35dcee52f" providerId="ADAL" clId="{4471D79E-EFDE-417E-8817-8619230230F3}" dt="2025-04-27T00:08:36.012" v="2787" actId="47"/>
        <pc:sldMkLst>
          <pc:docMk/>
          <pc:sldMk cId="1727852280" sldId="302"/>
        </pc:sldMkLst>
        <pc:spChg chg="mod">
          <ac:chgData name="Ivan Carlos Gazin" userId="b1e18425-f377-4dc4-89dc-78c35dcee52f" providerId="ADAL" clId="{4471D79E-EFDE-417E-8817-8619230230F3}" dt="2025-04-26T23:53:08.256" v="2626" actId="790"/>
          <ac:spMkLst>
            <pc:docMk/>
            <pc:sldMk cId="1727852280" sldId="302"/>
            <ac:spMk id="2" creationId="{67708C79-A4AC-4B5D-92DF-600737E4D11A}"/>
          </ac:spMkLst>
        </pc:spChg>
        <pc:spChg chg="add del mod">
          <ac:chgData name="Ivan Carlos Gazin" userId="b1e18425-f377-4dc4-89dc-78c35dcee52f" providerId="ADAL" clId="{4471D79E-EFDE-417E-8817-8619230230F3}" dt="2025-04-26T23:54:12.308" v="2640" actId="404"/>
          <ac:spMkLst>
            <pc:docMk/>
            <pc:sldMk cId="1727852280" sldId="302"/>
            <ac:spMk id="4" creationId="{A310EF10-169E-0583-EA21-5B12F25324FC}"/>
          </ac:spMkLst>
        </pc:spChg>
        <pc:spChg chg="add">
          <ac:chgData name="Ivan Carlos Gazin" userId="b1e18425-f377-4dc4-89dc-78c35dcee52f" providerId="ADAL" clId="{4471D79E-EFDE-417E-8817-8619230230F3}" dt="2025-04-27T00:07:42.041" v="2782" actId="22"/>
          <ac:spMkLst>
            <pc:docMk/>
            <pc:sldMk cId="1727852280" sldId="302"/>
            <ac:spMk id="6" creationId="{75D73837-C98E-7A9F-ECA9-3C52D13985FD}"/>
          </ac:spMkLst>
        </pc:spChg>
        <pc:spChg chg="mod">
          <ac:chgData name="Ivan Carlos Gazin" userId="b1e18425-f377-4dc4-89dc-78c35dcee52f" providerId="ADAL" clId="{4471D79E-EFDE-417E-8817-8619230230F3}" dt="2025-04-26T23:51:38.706" v="2590"/>
          <ac:spMkLst>
            <pc:docMk/>
            <pc:sldMk cId="1727852280" sldId="302"/>
            <ac:spMk id="16" creationId="{DEF3428C-82C8-426A-8AA5-06D41239356C}"/>
          </ac:spMkLst>
        </pc:spChg>
        <pc:spChg chg="mod">
          <ac:chgData name="Ivan Carlos Gazin" userId="b1e18425-f377-4dc4-89dc-78c35dcee52f" providerId="ADAL" clId="{4471D79E-EFDE-417E-8817-8619230230F3}" dt="2025-04-26T23:51:33.531" v="2589" actId="5793"/>
          <ac:spMkLst>
            <pc:docMk/>
            <pc:sldMk cId="1727852280" sldId="302"/>
            <ac:spMk id="17" creationId="{8B178A14-FF95-463C-89E7-D71BB431EA6A}"/>
          </ac:spMkLst>
        </pc:spChg>
        <pc:spChg chg="mod">
          <ac:chgData name="Ivan Carlos Gazin" userId="b1e18425-f377-4dc4-89dc-78c35dcee52f" providerId="ADAL" clId="{4471D79E-EFDE-417E-8817-8619230230F3}" dt="2025-04-26T23:53:57.471" v="2634" actId="14100"/>
          <ac:spMkLst>
            <pc:docMk/>
            <pc:sldMk cId="1727852280" sldId="302"/>
            <ac:spMk id="41" creationId="{96363A03-E425-4DF0-A245-F0EEE2D0431D}"/>
          </ac:spMkLst>
        </pc:spChg>
        <pc:spChg chg="mod">
          <ac:chgData name="Ivan Carlos Gazin" userId="b1e18425-f377-4dc4-89dc-78c35dcee52f" providerId="ADAL" clId="{4471D79E-EFDE-417E-8817-8619230230F3}" dt="2025-04-26T23:50:48.557" v="2569" actId="5793"/>
          <ac:spMkLst>
            <pc:docMk/>
            <pc:sldMk cId="1727852280" sldId="302"/>
            <ac:spMk id="44" creationId="{980B2038-1B53-491E-BC2F-148E99EFDBB8}"/>
          </ac:spMkLst>
        </pc:spChg>
        <pc:spChg chg="mod">
          <ac:chgData name="Ivan Carlos Gazin" userId="b1e18425-f377-4dc4-89dc-78c35dcee52f" providerId="ADAL" clId="{4471D79E-EFDE-417E-8817-8619230230F3}" dt="2025-04-26T23:52:57.294" v="2625" actId="790"/>
          <ac:spMkLst>
            <pc:docMk/>
            <pc:sldMk cId="1727852280" sldId="302"/>
            <ac:spMk id="45" creationId="{F970A788-9414-4536-9C00-F0C8714580AB}"/>
          </ac:spMkLst>
        </pc:spChg>
        <pc:spChg chg="mod">
          <ac:chgData name="Ivan Carlos Gazin" userId="b1e18425-f377-4dc4-89dc-78c35dcee52f" providerId="ADAL" clId="{4471D79E-EFDE-417E-8817-8619230230F3}" dt="2025-04-26T23:51:14.182" v="2580" actId="5793"/>
          <ac:spMkLst>
            <pc:docMk/>
            <pc:sldMk cId="1727852280" sldId="302"/>
            <ac:spMk id="46" creationId="{F845A907-CC82-47DD-86EC-58C44C2EA61D}"/>
          </ac:spMkLst>
        </pc:spChg>
        <pc:spChg chg="mod">
          <ac:chgData name="Ivan Carlos Gazin" userId="b1e18425-f377-4dc4-89dc-78c35dcee52f" providerId="ADAL" clId="{4471D79E-EFDE-417E-8817-8619230230F3}" dt="2025-04-26T23:52:51.734" v="2624" actId="790"/>
          <ac:spMkLst>
            <pc:docMk/>
            <pc:sldMk cId="1727852280" sldId="302"/>
            <ac:spMk id="47" creationId="{5B76A604-CBAD-4494-A846-E4C833A6092C}"/>
          </ac:spMkLst>
        </pc:spChg>
        <pc:spChg chg="mod">
          <ac:chgData name="Ivan Carlos Gazin" userId="b1e18425-f377-4dc4-89dc-78c35dcee52f" providerId="ADAL" clId="{4471D79E-EFDE-417E-8817-8619230230F3}" dt="2025-04-26T23:52:04.126" v="2592" actId="5793"/>
          <ac:spMkLst>
            <pc:docMk/>
            <pc:sldMk cId="1727852280" sldId="302"/>
            <ac:spMk id="48" creationId="{BF07FAC4-029F-4076-B784-683A1CCA6865}"/>
          </ac:spMkLst>
        </pc:spChg>
        <pc:spChg chg="mod">
          <ac:chgData name="Ivan Carlos Gazin" userId="b1e18425-f377-4dc4-89dc-78c35dcee52f" providerId="ADAL" clId="{4471D79E-EFDE-417E-8817-8619230230F3}" dt="2025-04-26T23:56:10.003" v="2684" actId="790"/>
          <ac:spMkLst>
            <pc:docMk/>
            <pc:sldMk cId="1727852280" sldId="302"/>
            <ac:spMk id="49" creationId="{BEEA5224-6F24-4134-84A4-4BB922BE15DE}"/>
          </ac:spMkLst>
        </pc:spChg>
        <pc:spChg chg="mod">
          <ac:chgData name="Ivan Carlos Gazin" userId="b1e18425-f377-4dc4-89dc-78c35dcee52f" providerId="ADAL" clId="{4471D79E-EFDE-417E-8817-8619230230F3}" dt="2025-04-26T23:55:41.142" v="2682" actId="255"/>
          <ac:spMkLst>
            <pc:docMk/>
            <pc:sldMk cId="1727852280" sldId="302"/>
            <ac:spMk id="50" creationId="{6DC9F3A7-D8E7-4ABC-8153-8AFB777CAC78}"/>
          </ac:spMkLst>
        </pc:spChg>
        <pc:spChg chg="add del">
          <ac:chgData name="Ivan Carlos Gazin" userId="b1e18425-f377-4dc4-89dc-78c35dcee52f" providerId="ADAL" clId="{4471D79E-EFDE-417E-8817-8619230230F3}" dt="2025-04-26T23:53:58.131" v="2635" actId="478"/>
          <ac:spMkLst>
            <pc:docMk/>
            <pc:sldMk cId="1727852280" sldId="302"/>
            <ac:spMk id="149" creationId="{9598B89F-8751-4A36-9936-166C165858EF}"/>
          </ac:spMkLst>
        </pc:spChg>
        <pc:spChg chg="add del">
          <ac:chgData name="Ivan Carlos Gazin" userId="b1e18425-f377-4dc4-89dc-78c35dcee52f" providerId="ADAL" clId="{4471D79E-EFDE-417E-8817-8619230230F3}" dt="2025-04-26T23:53:58.627" v="2636" actId="478"/>
          <ac:spMkLst>
            <pc:docMk/>
            <pc:sldMk cId="1727852280" sldId="302"/>
            <ac:spMk id="150" creationId="{BF3830E9-8071-46F4-9061-47A9D52729BA}"/>
          </ac:spMkLst>
        </pc:spChg>
        <pc:spChg chg="del">
          <ac:chgData name="Ivan Carlos Gazin" userId="b1e18425-f377-4dc4-89dc-78c35dcee52f" providerId="ADAL" clId="{4471D79E-EFDE-417E-8817-8619230230F3}" dt="2025-04-26T23:53:12.106" v="2627" actId="478"/>
          <ac:spMkLst>
            <pc:docMk/>
            <pc:sldMk cId="1727852280" sldId="302"/>
            <ac:spMk id="152" creationId="{3C4F874E-995C-4034-ACF3-1F09DDFD1EF2}"/>
          </ac:spMkLst>
        </pc:spChg>
      </pc:sldChg>
      <pc:sldChg chg="del">
        <pc:chgData name="Ivan Carlos Gazin" userId="b1e18425-f377-4dc4-89dc-78c35dcee52f" providerId="ADAL" clId="{4471D79E-EFDE-417E-8817-8619230230F3}" dt="2025-04-27T00:25:41.070" v="3708" actId="47"/>
        <pc:sldMkLst>
          <pc:docMk/>
          <pc:sldMk cId="1196191522" sldId="303"/>
        </pc:sldMkLst>
      </pc:sldChg>
      <pc:sldChg chg="addSp modSp del mod">
        <pc:chgData name="Ivan Carlos Gazin" userId="b1e18425-f377-4dc4-89dc-78c35dcee52f" providerId="ADAL" clId="{4471D79E-EFDE-417E-8817-8619230230F3}" dt="2025-04-27T00:25:41.686" v="3709" actId="47"/>
        <pc:sldMkLst>
          <pc:docMk/>
          <pc:sldMk cId="3507718482" sldId="304"/>
        </pc:sldMkLst>
        <pc:spChg chg="add mod">
          <ac:chgData name="Ivan Carlos Gazin" userId="b1e18425-f377-4dc4-89dc-78c35dcee52f" providerId="ADAL" clId="{4471D79E-EFDE-417E-8817-8619230230F3}" dt="2025-04-26T23:57:35.161" v="2694" actId="207"/>
          <ac:spMkLst>
            <pc:docMk/>
            <pc:sldMk cId="3507718482" sldId="304"/>
            <ac:spMk id="3" creationId="{D9C1DDCB-FEAC-55D6-C212-79E92CCB2888}"/>
          </ac:spMkLst>
        </pc:spChg>
      </pc:sldChg>
      <pc:sldChg chg="del">
        <pc:chgData name="Ivan Carlos Gazin" userId="b1e18425-f377-4dc4-89dc-78c35dcee52f" providerId="ADAL" clId="{4471D79E-EFDE-417E-8817-8619230230F3}" dt="2025-04-27T00:25:42.207" v="3710" actId="47"/>
        <pc:sldMkLst>
          <pc:docMk/>
          <pc:sldMk cId="199679355" sldId="305"/>
        </pc:sldMkLst>
      </pc:sldChg>
      <pc:sldChg chg="del">
        <pc:chgData name="Ivan Carlos Gazin" userId="b1e18425-f377-4dc4-89dc-78c35dcee52f" providerId="ADAL" clId="{4471D79E-EFDE-417E-8817-8619230230F3}" dt="2025-04-27T00:25:42.677" v="3711" actId="47"/>
        <pc:sldMkLst>
          <pc:docMk/>
          <pc:sldMk cId="3460694604" sldId="306"/>
        </pc:sldMkLst>
      </pc:sldChg>
      <pc:sldChg chg="del">
        <pc:chgData name="Ivan Carlos Gazin" userId="b1e18425-f377-4dc4-89dc-78c35dcee52f" providerId="ADAL" clId="{4471D79E-EFDE-417E-8817-8619230230F3}" dt="2025-04-27T00:25:43.360" v="3712" actId="47"/>
        <pc:sldMkLst>
          <pc:docMk/>
          <pc:sldMk cId="827597671" sldId="307"/>
        </pc:sldMkLst>
      </pc:sldChg>
      <pc:sldChg chg="del">
        <pc:chgData name="Ivan Carlos Gazin" userId="b1e18425-f377-4dc4-89dc-78c35dcee52f" providerId="ADAL" clId="{4471D79E-EFDE-417E-8817-8619230230F3}" dt="2025-04-27T00:25:44.270" v="3714" actId="47"/>
        <pc:sldMkLst>
          <pc:docMk/>
          <pc:sldMk cId="1689019211" sldId="309"/>
        </pc:sldMkLst>
      </pc:sldChg>
      <pc:sldChg chg="addSp delSp modSp del mod ord">
        <pc:chgData name="Ivan Carlos Gazin" userId="b1e18425-f377-4dc4-89dc-78c35dcee52f" providerId="ADAL" clId="{4471D79E-EFDE-417E-8817-8619230230F3}" dt="2025-04-26T23:03:04.554" v="2089" actId="47"/>
        <pc:sldMkLst>
          <pc:docMk/>
          <pc:sldMk cId="1839708034" sldId="310"/>
        </pc:sldMkLst>
        <pc:spChg chg="add del mod">
          <ac:chgData name="Ivan Carlos Gazin" userId="b1e18425-f377-4dc4-89dc-78c35dcee52f" providerId="ADAL" clId="{4471D79E-EFDE-417E-8817-8619230230F3}" dt="2025-04-26T23:01:19.643" v="2079" actId="478"/>
          <ac:spMkLst>
            <pc:docMk/>
            <pc:sldMk cId="1839708034" sldId="310"/>
            <ac:spMk id="3" creationId="{A6DED894-AA65-651A-1036-70E36D8AC13C}"/>
          </ac:spMkLst>
        </pc:spChg>
        <pc:spChg chg="del">
          <ac:chgData name="Ivan Carlos Gazin" userId="b1e18425-f377-4dc4-89dc-78c35dcee52f" providerId="ADAL" clId="{4471D79E-EFDE-417E-8817-8619230230F3}" dt="2025-04-26T23:01:17.369" v="2078" actId="478"/>
          <ac:spMkLst>
            <pc:docMk/>
            <pc:sldMk cId="1839708034" sldId="310"/>
            <ac:spMk id="22" creationId="{0C8FA207-53D3-4237-A057-8F03251DDE37}"/>
          </ac:spMkLst>
        </pc:spChg>
        <pc:spChg chg="mod">
          <ac:chgData name="Ivan Carlos Gazin" userId="b1e18425-f377-4dc4-89dc-78c35dcee52f" providerId="ADAL" clId="{4471D79E-EFDE-417E-8817-8619230230F3}" dt="2025-04-26T23:02:15.023" v="2084" actId="14100"/>
          <ac:spMkLst>
            <pc:docMk/>
            <pc:sldMk cId="1839708034" sldId="310"/>
            <ac:spMk id="36" creationId="{D2B40CBE-DEC8-4A9F-AF68-3DABE42C7EE3}"/>
          </ac:spMkLst>
        </pc:spChg>
      </pc:sldChg>
      <pc:sldChg chg="delSp modSp mod ord">
        <pc:chgData name="Ivan Carlos Gazin" userId="b1e18425-f377-4dc4-89dc-78c35dcee52f" providerId="ADAL" clId="{4471D79E-EFDE-417E-8817-8619230230F3}" dt="2025-04-27T14:38:55.305" v="4937" actId="1076"/>
        <pc:sldMkLst>
          <pc:docMk/>
          <pc:sldMk cId="2756819046" sldId="311"/>
        </pc:sldMkLst>
        <pc:spChg chg="del mod">
          <ac:chgData name="Ivan Carlos Gazin" userId="b1e18425-f377-4dc4-89dc-78c35dcee52f" providerId="ADAL" clId="{4471D79E-EFDE-417E-8817-8619230230F3}" dt="2025-04-26T23:48:29.487" v="2539" actId="478"/>
          <ac:spMkLst>
            <pc:docMk/>
            <pc:sldMk cId="2756819046" sldId="311"/>
            <ac:spMk id="23" creationId="{80E486CF-8877-4DB4-98D3-2CD9F1CB339E}"/>
          </ac:spMkLst>
        </pc:spChg>
        <pc:spChg chg="mod">
          <ac:chgData name="Ivan Carlos Gazin" userId="b1e18425-f377-4dc4-89dc-78c35dcee52f" providerId="ADAL" clId="{4471D79E-EFDE-417E-8817-8619230230F3}" dt="2025-04-27T00:07:34.351" v="2781" actId="790"/>
          <ac:spMkLst>
            <pc:docMk/>
            <pc:sldMk cId="2756819046" sldId="311"/>
            <ac:spMk id="28" creationId="{0648DE95-334E-46CE-B3A6-AEEB61BA16E7}"/>
          </ac:spMkLst>
        </pc:spChg>
        <pc:spChg chg="del">
          <ac:chgData name="Ivan Carlos Gazin" userId="b1e18425-f377-4dc4-89dc-78c35dcee52f" providerId="ADAL" clId="{4471D79E-EFDE-417E-8817-8619230230F3}" dt="2025-04-26T23:48:34.356" v="2541" actId="478"/>
          <ac:spMkLst>
            <pc:docMk/>
            <pc:sldMk cId="2756819046" sldId="311"/>
            <ac:spMk id="50" creationId="{108C1532-C197-478C-AFA8-3EACE6CE5EC3}"/>
          </ac:spMkLst>
        </pc:spChg>
        <pc:spChg chg="del">
          <ac:chgData name="Ivan Carlos Gazin" userId="b1e18425-f377-4dc4-89dc-78c35dcee52f" providerId="ADAL" clId="{4471D79E-EFDE-417E-8817-8619230230F3}" dt="2025-04-26T23:48:32.280" v="2540" actId="478"/>
          <ac:spMkLst>
            <pc:docMk/>
            <pc:sldMk cId="2756819046" sldId="311"/>
            <ac:spMk id="51" creationId="{07E67588-DFE4-40B6-B7B2-7329C1D7CC38}"/>
          </ac:spMkLst>
        </pc:spChg>
        <pc:picChg chg="mod">
          <ac:chgData name="Ivan Carlos Gazin" userId="b1e18425-f377-4dc4-89dc-78c35dcee52f" providerId="ADAL" clId="{4471D79E-EFDE-417E-8817-8619230230F3}" dt="2025-04-27T14:38:55.305" v="4937" actId="1076"/>
          <ac:picMkLst>
            <pc:docMk/>
            <pc:sldMk cId="2756819046" sldId="311"/>
            <ac:picMk id="7" creationId="{7EA54CDC-A10B-4928-83AD-8A873A126AFE}"/>
          </ac:picMkLst>
        </pc:picChg>
      </pc:sldChg>
      <pc:sldChg chg="addSp delSp modSp new mod modClrScheme chgLayout">
        <pc:chgData name="Ivan Carlos Gazin" userId="b1e18425-f377-4dc4-89dc-78c35dcee52f" providerId="ADAL" clId="{4471D79E-EFDE-417E-8817-8619230230F3}" dt="2025-04-27T14:36:52.966" v="4932" actId="123"/>
        <pc:sldMkLst>
          <pc:docMk/>
          <pc:sldMk cId="1557238086" sldId="312"/>
        </pc:sldMkLst>
        <pc:spChg chg="mod">
          <ac:chgData name="Ivan Carlos Gazin" userId="b1e18425-f377-4dc4-89dc-78c35dcee52f" providerId="ADAL" clId="{4471D79E-EFDE-417E-8817-8619230230F3}" dt="2025-04-27T00:01:25.597" v="2720" actId="207"/>
          <ac:spMkLst>
            <pc:docMk/>
            <pc:sldMk cId="1557238086" sldId="312"/>
            <ac:spMk id="2" creationId="{216F01F7-E9ED-CFF1-32E9-DFCCA693EFF4}"/>
          </ac:spMkLst>
        </pc:spChg>
        <pc:spChg chg="del mod">
          <ac:chgData name="Ivan Carlos Gazin" userId="b1e18425-f377-4dc4-89dc-78c35dcee52f" providerId="ADAL" clId="{4471D79E-EFDE-417E-8817-8619230230F3}" dt="2025-04-26T23:35:26.384" v="2274" actId="478"/>
          <ac:spMkLst>
            <pc:docMk/>
            <pc:sldMk cId="1557238086" sldId="312"/>
            <ac:spMk id="3" creationId="{C67AD335-251E-2575-BA35-31DA70FDCAFC}"/>
          </ac:spMkLst>
        </pc:spChg>
        <pc:spChg chg="del mod">
          <ac:chgData name="Ivan Carlos Gazin" userId="b1e18425-f377-4dc4-89dc-78c35dcee52f" providerId="ADAL" clId="{4471D79E-EFDE-417E-8817-8619230230F3}" dt="2025-04-26T23:35:27.446" v="2275" actId="478"/>
          <ac:spMkLst>
            <pc:docMk/>
            <pc:sldMk cId="1557238086" sldId="312"/>
            <ac:spMk id="4" creationId="{0ED58A20-AB0D-13BC-0BAF-9C21BED5D20D}"/>
          </ac:spMkLst>
        </pc:spChg>
        <pc:spChg chg="mod">
          <ac:chgData name="Ivan Carlos Gazin" userId="b1e18425-f377-4dc4-89dc-78c35dcee52f" providerId="ADAL" clId="{4471D79E-EFDE-417E-8817-8619230230F3}" dt="2025-04-26T23:03:43.181" v="2095" actId="26606"/>
          <ac:spMkLst>
            <pc:docMk/>
            <pc:sldMk cId="1557238086" sldId="312"/>
            <ac:spMk id="5" creationId="{176EA8BF-4F88-27BE-4D45-B5C8059ED3F0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6" creationId="{603DBAA9-C3C4-45D9-A6DD-081D1668848A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7" creationId="{25302B74-10B1-D5D7-D9E3-301DB3CA7B1A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10" creationId="{F985DDA1-1A2B-533A-BC07-E09858BEF02C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12" creationId="{B173F905-70B6-F802-F59C-6410F0BDC53E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14" creationId="{0A996C1F-764E-57C5-1E35-C2E1CE364590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15" creationId="{A1B7DA0A-313A-B61F-26C4-61C63D2E80D2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19" creationId="{9E1B3B6F-2BC9-A638-AB2D-FDA9BF133335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23" creationId="{C943406F-C89C-2821-2DAD-02ECEF84038F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25" creationId="{8FC22280-5B71-30EA-C6E6-CEA3DB25EE80}"/>
          </ac:spMkLst>
        </pc:spChg>
        <pc:spChg chg="add">
          <ac:chgData name="Ivan Carlos Gazin" userId="b1e18425-f377-4dc4-89dc-78c35dcee52f" providerId="ADAL" clId="{4471D79E-EFDE-417E-8817-8619230230F3}" dt="2025-04-26T21:35:32.220" v="7"/>
          <ac:spMkLst>
            <pc:docMk/>
            <pc:sldMk cId="1557238086" sldId="312"/>
            <ac:spMk id="26" creationId="{4095CF9D-8A50-46FA-926B-84B997AA26EF}"/>
          </ac:spMkLst>
        </pc:spChg>
        <pc:spChg chg="add mod ord">
          <ac:chgData name="Ivan Carlos Gazin" userId="b1e18425-f377-4dc4-89dc-78c35dcee52f" providerId="ADAL" clId="{4471D79E-EFDE-417E-8817-8619230230F3}" dt="2025-04-27T14:36:52.966" v="4932" actId="123"/>
          <ac:spMkLst>
            <pc:docMk/>
            <pc:sldMk cId="1557238086" sldId="312"/>
            <ac:spMk id="28" creationId="{9A62437E-FEBE-0EDD-144D-E3CF5D648A80}"/>
          </ac:spMkLst>
        </pc:spChg>
        <pc:picChg chg="add del mod ord">
          <ac:chgData name="Ivan Carlos Gazin" userId="b1e18425-f377-4dc4-89dc-78c35dcee52f" providerId="ADAL" clId="{4471D79E-EFDE-417E-8817-8619230230F3}" dt="2025-04-26T23:02:59.988" v="2088" actId="478"/>
          <ac:picMkLst>
            <pc:docMk/>
            <pc:sldMk cId="1557238086" sldId="312"/>
            <ac:picMk id="29" creationId="{2E413AEE-C48B-1237-410A-46EFFCB746F7}"/>
          </ac:picMkLst>
        </pc:picChg>
        <pc:picChg chg="add mod ord">
          <ac:chgData name="Ivan Carlos Gazin" userId="b1e18425-f377-4dc4-89dc-78c35dcee52f" providerId="ADAL" clId="{4471D79E-EFDE-417E-8817-8619230230F3}" dt="2025-04-26T23:03:43.181" v="2095" actId="26606"/>
          <ac:picMkLst>
            <pc:docMk/>
            <pc:sldMk cId="1557238086" sldId="312"/>
            <ac:picMk id="30" creationId="{B0CFED2E-7E5D-2290-411F-49B93FAC6C8B}"/>
          </ac:picMkLst>
        </pc:picChg>
      </pc:sldChg>
      <pc:sldChg chg="addSp delSp modSp add mod">
        <pc:chgData name="Ivan Carlos Gazin" userId="b1e18425-f377-4dc4-89dc-78c35dcee52f" providerId="ADAL" clId="{4471D79E-EFDE-417E-8817-8619230230F3}" dt="2025-04-27T22:45:34.269" v="6451" actId="478"/>
        <pc:sldMkLst>
          <pc:docMk/>
          <pc:sldMk cId="3881878048" sldId="313"/>
        </pc:sldMkLst>
        <pc:spChg chg="mod">
          <ac:chgData name="Ivan Carlos Gazin" userId="b1e18425-f377-4dc4-89dc-78c35dcee52f" providerId="ADAL" clId="{4471D79E-EFDE-417E-8817-8619230230F3}" dt="2025-04-27T14:32:19.522" v="4852" actId="20577"/>
          <ac:spMkLst>
            <pc:docMk/>
            <pc:sldMk cId="3881878048" sldId="313"/>
            <ac:spMk id="2" creationId="{913A4F6E-282D-826F-98D7-0F5B74C47C4C}"/>
          </ac:spMkLst>
        </pc:spChg>
        <pc:spChg chg="del">
          <ac:chgData name="Ivan Carlos Gazin" userId="b1e18425-f377-4dc4-89dc-78c35dcee52f" providerId="ADAL" clId="{4471D79E-EFDE-417E-8817-8619230230F3}" dt="2025-04-26T23:35:30.423" v="2276" actId="478"/>
          <ac:spMkLst>
            <pc:docMk/>
            <pc:sldMk cId="3881878048" sldId="313"/>
            <ac:spMk id="3" creationId="{0044B3E1-C354-7B48-47AC-7E35639C6768}"/>
          </ac:spMkLst>
        </pc:spChg>
        <pc:spChg chg="add del mod">
          <ac:chgData name="Ivan Carlos Gazin" userId="b1e18425-f377-4dc4-89dc-78c35dcee52f" providerId="ADAL" clId="{4471D79E-EFDE-417E-8817-8619230230F3}" dt="2025-04-27T22:45:34.269" v="6451" actId="478"/>
          <ac:spMkLst>
            <pc:docMk/>
            <pc:sldMk cId="3881878048" sldId="313"/>
            <ac:spMk id="3" creationId="{94A0ED1C-0E6D-F716-174C-80EEEA2BA651}"/>
          </ac:spMkLst>
        </pc:spChg>
        <pc:spChg chg="del">
          <ac:chgData name="Ivan Carlos Gazin" userId="b1e18425-f377-4dc4-89dc-78c35dcee52f" providerId="ADAL" clId="{4471D79E-EFDE-417E-8817-8619230230F3}" dt="2025-04-26T23:35:31.722" v="2277" actId="478"/>
          <ac:spMkLst>
            <pc:docMk/>
            <pc:sldMk cId="3881878048" sldId="313"/>
            <ac:spMk id="4" creationId="{9A4F68D7-7926-DDE2-9B3D-9871C4ACA7F9}"/>
          </ac:spMkLst>
        </pc:spChg>
        <pc:spChg chg="add">
          <ac:chgData name="Ivan Carlos Gazin" userId="b1e18425-f377-4dc4-89dc-78c35dcee52f" providerId="ADAL" clId="{4471D79E-EFDE-417E-8817-8619230230F3}" dt="2025-04-26T21:37:59.484" v="25"/>
          <ac:spMkLst>
            <pc:docMk/>
            <pc:sldMk cId="3881878048" sldId="313"/>
            <ac:spMk id="6" creationId="{7CF9AD72-33AF-1059-AEDA-2398B3A3DBA7}"/>
          </ac:spMkLst>
        </pc:spChg>
        <pc:spChg chg="add del mod">
          <ac:chgData name="Ivan Carlos Gazin" userId="b1e18425-f377-4dc4-89dc-78c35dcee52f" providerId="ADAL" clId="{4471D79E-EFDE-417E-8817-8619230230F3}" dt="2025-04-27T22:41:30.023" v="6438" actId="113"/>
          <ac:spMkLst>
            <pc:docMk/>
            <pc:sldMk cId="3881878048" sldId="313"/>
            <ac:spMk id="7" creationId="{C492EDC1-F885-1FD7-A5A5-F249E0E44907}"/>
          </ac:spMkLst>
        </pc:spChg>
        <pc:spChg chg="add">
          <ac:chgData name="Ivan Carlos Gazin" userId="b1e18425-f377-4dc4-89dc-78c35dcee52f" providerId="ADAL" clId="{4471D79E-EFDE-417E-8817-8619230230F3}" dt="2025-04-26T21:38:03.513" v="28"/>
          <ac:spMkLst>
            <pc:docMk/>
            <pc:sldMk cId="3881878048" sldId="313"/>
            <ac:spMk id="7" creationId="{FCA713D5-EBA0-C314-88BF-86E77CD3211C}"/>
          </ac:spMkLst>
        </pc:spChg>
        <pc:spChg chg="add">
          <ac:chgData name="Ivan Carlos Gazin" userId="b1e18425-f377-4dc4-89dc-78c35dcee52f" providerId="ADAL" clId="{4471D79E-EFDE-417E-8817-8619230230F3}" dt="2025-04-26T21:38:20.141" v="31"/>
          <ac:spMkLst>
            <pc:docMk/>
            <pc:sldMk cId="3881878048" sldId="313"/>
            <ac:spMk id="8" creationId="{A767C9FC-F4E8-922C-6C2D-03295954F1FE}"/>
          </ac:spMkLst>
        </pc:spChg>
        <pc:spChg chg="add del mod">
          <ac:chgData name="Ivan Carlos Gazin" userId="b1e18425-f377-4dc4-89dc-78c35dcee52f" providerId="ADAL" clId="{4471D79E-EFDE-417E-8817-8619230230F3}" dt="2025-04-26T21:38:53.734" v="46"/>
          <ac:spMkLst>
            <pc:docMk/>
            <pc:sldMk cId="3881878048" sldId="313"/>
            <ac:spMk id="9" creationId="{1A33F933-F2D3-CB45-B08E-D28442D5AD29}"/>
          </ac:spMkLst>
        </pc:spChg>
        <pc:spChg chg="add del mod">
          <ac:chgData name="Ivan Carlos Gazin" userId="b1e18425-f377-4dc4-89dc-78c35dcee52f" providerId="ADAL" clId="{4471D79E-EFDE-417E-8817-8619230230F3}" dt="2025-04-26T23:33:01" v="2224" actId="478"/>
          <ac:spMkLst>
            <pc:docMk/>
            <pc:sldMk cId="3881878048" sldId="313"/>
            <ac:spMk id="10" creationId="{17232E8D-1DF3-D1A5-BE0B-35BD7B7E42AA}"/>
          </ac:spMkLst>
        </pc:spChg>
        <pc:spChg chg="add mod">
          <ac:chgData name="Ivan Carlos Gazin" userId="b1e18425-f377-4dc4-89dc-78c35dcee52f" providerId="ADAL" clId="{4471D79E-EFDE-417E-8817-8619230230F3}" dt="2025-04-27T14:42:19.144" v="4946" actId="20577"/>
          <ac:spMkLst>
            <pc:docMk/>
            <pc:sldMk cId="3881878048" sldId="313"/>
            <ac:spMk id="16" creationId="{D0F17C1A-7CBB-BE12-F900-59B0C9AB53FB}"/>
          </ac:spMkLst>
        </pc:spChg>
        <pc:spChg chg="add mod">
          <ac:chgData name="Ivan Carlos Gazin" userId="b1e18425-f377-4dc4-89dc-78c35dcee52f" providerId="ADAL" clId="{4471D79E-EFDE-417E-8817-8619230230F3}" dt="2025-04-27T14:36:43.334" v="4930" actId="123"/>
          <ac:spMkLst>
            <pc:docMk/>
            <pc:sldMk cId="3881878048" sldId="313"/>
            <ac:spMk id="17" creationId="{B8173001-5FE7-353C-2EF3-46A80E6DAC72}"/>
          </ac:spMkLst>
        </pc:spChg>
        <pc:spChg chg="add del mod">
          <ac:chgData name="Ivan Carlos Gazin" userId="b1e18425-f377-4dc4-89dc-78c35dcee52f" providerId="ADAL" clId="{4471D79E-EFDE-417E-8817-8619230230F3}" dt="2025-04-27T20:16:07.924" v="5979" actId="113"/>
          <ac:spMkLst>
            <pc:docMk/>
            <pc:sldMk cId="3881878048" sldId="313"/>
            <ac:spMk id="28" creationId="{A3EA6AA0-91B3-2B4C-076B-E70F0F3FB5C6}"/>
          </ac:spMkLst>
        </pc:spChg>
        <pc:picChg chg="add mod">
          <ac:chgData name="Ivan Carlos Gazin" userId="b1e18425-f377-4dc4-89dc-78c35dcee52f" providerId="ADAL" clId="{4471D79E-EFDE-417E-8817-8619230230F3}" dt="2025-04-27T22:22:10.482" v="6357" actId="1076"/>
          <ac:picMkLst>
            <pc:docMk/>
            <pc:sldMk cId="3881878048" sldId="313"/>
            <ac:picMk id="6" creationId="{B39F75C6-DC5D-6794-3F5A-D90FCA71E917}"/>
          </ac:picMkLst>
        </pc:picChg>
        <pc:picChg chg="add mod">
          <ac:chgData name="Ivan Carlos Gazin" userId="b1e18425-f377-4dc4-89dc-78c35dcee52f" providerId="ADAL" clId="{4471D79E-EFDE-417E-8817-8619230230F3}" dt="2025-04-27T22:10:06.411" v="6064" actId="1076"/>
          <ac:picMkLst>
            <pc:docMk/>
            <pc:sldMk cId="3881878048" sldId="313"/>
            <ac:picMk id="8" creationId="{D4A9E936-FE07-B335-67D5-D9333872F65D}"/>
          </ac:picMkLst>
        </pc:picChg>
        <pc:picChg chg="add del mod">
          <ac:chgData name="Ivan Carlos Gazin" userId="b1e18425-f377-4dc4-89dc-78c35dcee52f" providerId="ADAL" clId="{4471D79E-EFDE-417E-8817-8619230230F3}" dt="2025-04-27T20:44:53.870" v="6014" actId="478"/>
          <ac:picMkLst>
            <pc:docMk/>
            <pc:sldMk cId="3881878048" sldId="313"/>
            <ac:picMk id="12" creationId="{8AA7B896-51BA-A66B-EAB4-67C8393E0FC6}"/>
          </ac:picMkLst>
        </pc:picChg>
        <pc:picChg chg="add del mod">
          <ac:chgData name="Ivan Carlos Gazin" userId="b1e18425-f377-4dc4-89dc-78c35dcee52f" providerId="ADAL" clId="{4471D79E-EFDE-417E-8817-8619230230F3}" dt="2025-04-27T20:44:08.961" v="6000" actId="478"/>
          <ac:picMkLst>
            <pc:docMk/>
            <pc:sldMk cId="3881878048" sldId="313"/>
            <ac:picMk id="14" creationId="{084C02AC-7BFB-DE7E-B070-80E6AC738394}"/>
          </ac:picMkLst>
        </pc:picChg>
        <pc:cxnChg chg="add mod">
          <ac:chgData name="Ivan Carlos Gazin" userId="b1e18425-f377-4dc4-89dc-78c35dcee52f" providerId="ADAL" clId="{4471D79E-EFDE-417E-8817-8619230230F3}" dt="2025-04-26T23:58:13.815" v="2701" actId="108"/>
          <ac:cxnSpMkLst>
            <pc:docMk/>
            <pc:sldMk cId="3881878048" sldId="313"/>
            <ac:cxnSpMk id="18" creationId="{D686238A-8033-8200-CD3B-8E6F80FF14EA}"/>
          </ac:cxnSpMkLst>
        </pc:cxnChg>
        <pc:cxnChg chg="add mod">
          <ac:chgData name="Ivan Carlos Gazin" userId="b1e18425-f377-4dc4-89dc-78c35dcee52f" providerId="ADAL" clId="{4471D79E-EFDE-417E-8817-8619230230F3}" dt="2025-04-26T23:58:16.346" v="2702" actId="108"/>
          <ac:cxnSpMkLst>
            <pc:docMk/>
            <pc:sldMk cId="3881878048" sldId="313"/>
            <ac:cxnSpMk id="20" creationId="{C83B219A-8A15-9FD6-3A8C-AAF5B498B44A}"/>
          </ac:cxnSpMkLst>
        </pc:cxnChg>
      </pc:sldChg>
      <pc:sldChg chg="addSp delSp modSp add mod">
        <pc:chgData name="Ivan Carlos Gazin" userId="b1e18425-f377-4dc4-89dc-78c35dcee52f" providerId="ADAL" clId="{4471D79E-EFDE-417E-8817-8619230230F3}" dt="2025-04-27T23:14:38.640" v="6760" actId="1076"/>
        <pc:sldMkLst>
          <pc:docMk/>
          <pc:sldMk cId="3778348792" sldId="314"/>
        </pc:sldMkLst>
        <pc:spChg chg="mod">
          <ac:chgData name="Ivan Carlos Gazin" userId="b1e18425-f377-4dc4-89dc-78c35dcee52f" providerId="ADAL" clId="{4471D79E-EFDE-417E-8817-8619230230F3}" dt="2025-04-27T14:34:37.855" v="4898" actId="20577"/>
          <ac:spMkLst>
            <pc:docMk/>
            <pc:sldMk cId="3778348792" sldId="314"/>
            <ac:spMk id="2" creationId="{986BD4EC-5236-AE28-455F-CDEA0887ECA6}"/>
          </ac:spMkLst>
        </pc:spChg>
        <pc:spChg chg="add mod">
          <ac:chgData name="Ivan Carlos Gazin" userId="b1e18425-f377-4dc4-89dc-78c35dcee52f" providerId="ADAL" clId="{4471D79E-EFDE-417E-8817-8619230230F3}" dt="2025-04-27T22:41:42.452" v="6442" actId="113"/>
          <ac:spMkLst>
            <pc:docMk/>
            <pc:sldMk cId="3778348792" sldId="314"/>
            <ac:spMk id="3" creationId="{7F890E03-0C02-8B5B-A94A-F96BBBA1976E}"/>
          </ac:spMkLst>
        </pc:spChg>
        <pc:spChg chg="del">
          <ac:chgData name="Ivan Carlos Gazin" userId="b1e18425-f377-4dc4-89dc-78c35dcee52f" providerId="ADAL" clId="{4471D79E-EFDE-417E-8817-8619230230F3}" dt="2025-04-26T23:35:18.698" v="2272" actId="478"/>
          <ac:spMkLst>
            <pc:docMk/>
            <pc:sldMk cId="3778348792" sldId="314"/>
            <ac:spMk id="3" creationId="{AB8DEA07-31E2-F8C6-AB2A-2F667A2952D9}"/>
          </ac:spMkLst>
        </pc:spChg>
        <pc:spChg chg="del">
          <ac:chgData name="Ivan Carlos Gazin" userId="b1e18425-f377-4dc4-89dc-78c35dcee52f" providerId="ADAL" clId="{4471D79E-EFDE-417E-8817-8619230230F3}" dt="2025-04-26T23:35:20.446" v="2273" actId="478"/>
          <ac:spMkLst>
            <pc:docMk/>
            <pc:sldMk cId="3778348792" sldId="314"/>
            <ac:spMk id="4" creationId="{B37C1FBE-5E58-18CA-7691-A26A0C655A49}"/>
          </ac:spMkLst>
        </pc:spChg>
        <pc:spChg chg="add del mod">
          <ac:chgData name="Ivan Carlos Gazin" userId="b1e18425-f377-4dc4-89dc-78c35dcee52f" providerId="ADAL" clId="{4471D79E-EFDE-417E-8817-8619230230F3}" dt="2025-04-26T21:41:05.459" v="60" actId="478"/>
          <ac:spMkLst>
            <pc:docMk/>
            <pc:sldMk cId="3778348792" sldId="314"/>
            <ac:spMk id="6" creationId="{6A00AA3D-49B6-3577-CDE7-12F57EB2F2F7}"/>
          </ac:spMkLst>
        </pc:spChg>
        <pc:spChg chg="add del mod">
          <ac:chgData name="Ivan Carlos Gazin" userId="b1e18425-f377-4dc4-89dc-78c35dcee52f" providerId="ADAL" clId="{4471D79E-EFDE-417E-8817-8619230230F3}" dt="2025-04-27T13:44:06.779" v="3895" actId="478"/>
          <ac:spMkLst>
            <pc:docMk/>
            <pc:sldMk cId="3778348792" sldId="314"/>
            <ac:spMk id="12" creationId="{3E277015-87D1-613A-351D-8BE849E1DED9}"/>
          </ac:spMkLst>
        </pc:spChg>
        <pc:spChg chg="add mod">
          <ac:chgData name="Ivan Carlos Gazin" userId="b1e18425-f377-4dc4-89dc-78c35dcee52f" providerId="ADAL" clId="{4471D79E-EFDE-417E-8817-8619230230F3}" dt="2025-04-27T22:25:20.965" v="6364" actId="20577"/>
          <ac:spMkLst>
            <pc:docMk/>
            <pc:sldMk cId="3778348792" sldId="314"/>
            <ac:spMk id="14" creationId="{0D5589BE-7CD8-9EF3-A739-D6FD79304DBE}"/>
          </ac:spMkLst>
        </pc:spChg>
        <pc:spChg chg="add del mod">
          <ac:chgData name="Ivan Carlos Gazin" userId="b1e18425-f377-4dc4-89dc-78c35dcee52f" providerId="ADAL" clId="{4471D79E-EFDE-417E-8817-8619230230F3}" dt="2025-04-27T22:45:32.166" v="6450" actId="478"/>
          <ac:spMkLst>
            <pc:docMk/>
            <pc:sldMk cId="3778348792" sldId="314"/>
            <ac:spMk id="26" creationId="{2A8C90FF-4C0C-C0FF-D9B4-60F5DB1C4C15}"/>
          </ac:spMkLst>
        </pc:spChg>
        <pc:spChg chg="mod">
          <ac:chgData name="Ivan Carlos Gazin" userId="b1e18425-f377-4dc4-89dc-78c35dcee52f" providerId="ADAL" clId="{4471D79E-EFDE-417E-8817-8619230230F3}" dt="2025-04-27T14:33:48.971" v="4885" actId="123"/>
          <ac:spMkLst>
            <pc:docMk/>
            <pc:sldMk cId="3778348792" sldId="314"/>
            <ac:spMk id="28" creationId="{851CB29B-1789-71C4-228B-C24647F7AE15}"/>
          </ac:spMkLst>
        </pc:spChg>
        <pc:picChg chg="add del mod">
          <ac:chgData name="Ivan Carlos Gazin" userId="b1e18425-f377-4dc4-89dc-78c35dcee52f" providerId="ADAL" clId="{4471D79E-EFDE-417E-8817-8619230230F3}" dt="2025-04-27T19:27:06.498" v="5206" actId="478"/>
          <ac:picMkLst>
            <pc:docMk/>
            <pc:sldMk cId="3778348792" sldId="314"/>
            <ac:picMk id="3" creationId="{D9B14A0E-576C-64D6-A633-532615EC1AF8}"/>
          </ac:picMkLst>
        </pc:picChg>
        <pc:picChg chg="add del mod">
          <ac:chgData name="Ivan Carlos Gazin" userId="b1e18425-f377-4dc4-89dc-78c35dcee52f" providerId="ADAL" clId="{4471D79E-EFDE-417E-8817-8619230230F3}" dt="2025-04-27T19:32:29.102" v="5218" actId="478"/>
          <ac:picMkLst>
            <pc:docMk/>
            <pc:sldMk cId="3778348792" sldId="314"/>
            <ac:picMk id="6" creationId="{BD84A742-5AE5-59B6-C4CF-91B8FE9A183B}"/>
          </ac:picMkLst>
        </pc:picChg>
        <pc:picChg chg="add del mod">
          <ac:chgData name="Ivan Carlos Gazin" userId="b1e18425-f377-4dc4-89dc-78c35dcee52f" providerId="ADAL" clId="{4471D79E-EFDE-417E-8817-8619230230F3}" dt="2025-04-26T23:29:37.402" v="2152" actId="478"/>
          <ac:picMkLst>
            <pc:docMk/>
            <pc:sldMk cId="3778348792" sldId="314"/>
            <ac:picMk id="7" creationId="{8BD2DF28-8A50-80B6-8530-6C37539D1AE7}"/>
          </ac:picMkLst>
        </pc:picChg>
        <pc:picChg chg="add del mod">
          <ac:chgData name="Ivan Carlos Gazin" userId="b1e18425-f377-4dc4-89dc-78c35dcee52f" providerId="ADAL" clId="{4471D79E-EFDE-417E-8817-8619230230F3}" dt="2025-04-26T23:29:39.457" v="2153" actId="478"/>
          <ac:picMkLst>
            <pc:docMk/>
            <pc:sldMk cId="3778348792" sldId="314"/>
            <ac:picMk id="8" creationId="{BB6BEED0-B750-8DF3-17AA-7A22AF8E1ABE}"/>
          </ac:picMkLst>
        </pc:picChg>
        <pc:picChg chg="add del mod">
          <ac:chgData name="Ivan Carlos Gazin" userId="b1e18425-f377-4dc4-89dc-78c35dcee52f" providerId="ADAL" clId="{4471D79E-EFDE-417E-8817-8619230230F3}" dt="2025-04-27T19:40:52.040" v="5272" actId="478"/>
          <ac:picMkLst>
            <pc:docMk/>
            <pc:sldMk cId="3778348792" sldId="314"/>
            <ac:picMk id="8" creationId="{DD17FA43-DC4E-88CF-717D-7C38522277CC}"/>
          </ac:picMkLst>
        </pc:picChg>
        <pc:picChg chg="add del mod">
          <ac:chgData name="Ivan Carlos Gazin" userId="b1e18425-f377-4dc4-89dc-78c35dcee52f" providerId="ADAL" clId="{4471D79E-EFDE-417E-8817-8619230230F3}" dt="2025-04-26T23:29:24.463" v="2149" actId="478"/>
          <ac:picMkLst>
            <pc:docMk/>
            <pc:sldMk cId="3778348792" sldId="314"/>
            <ac:picMk id="9" creationId="{D9561ED1-E1BB-1232-DA2D-3BF72C9B646F}"/>
          </ac:picMkLst>
        </pc:picChg>
        <pc:picChg chg="add del mod">
          <ac:chgData name="Ivan Carlos Gazin" userId="b1e18425-f377-4dc4-89dc-78c35dcee52f" providerId="ADAL" clId="{4471D79E-EFDE-417E-8817-8619230230F3}" dt="2025-04-26T23:37:53.674" v="2313" actId="478"/>
          <ac:picMkLst>
            <pc:docMk/>
            <pc:sldMk cId="3778348792" sldId="314"/>
            <ac:picMk id="10" creationId="{16A8D3DC-9D8C-0C8F-2EC1-C02E8D127CFC}"/>
          </ac:picMkLst>
        </pc:picChg>
        <pc:picChg chg="add del">
          <ac:chgData name="Ivan Carlos Gazin" userId="b1e18425-f377-4dc4-89dc-78c35dcee52f" providerId="ADAL" clId="{4471D79E-EFDE-417E-8817-8619230230F3}" dt="2025-04-27T19:33:35.874" v="5225" actId="478"/>
          <ac:picMkLst>
            <pc:docMk/>
            <pc:sldMk cId="3778348792" sldId="314"/>
            <ac:picMk id="10" creationId="{865280DD-BA86-FA3B-E092-8EC0A5CFC03E}"/>
          </ac:picMkLst>
        </pc:picChg>
        <pc:picChg chg="add del mod">
          <ac:chgData name="Ivan Carlos Gazin" userId="b1e18425-f377-4dc4-89dc-78c35dcee52f" providerId="ADAL" clId="{4471D79E-EFDE-417E-8817-8619230230F3}" dt="2025-04-27T19:41:07.549" v="5276" actId="478"/>
          <ac:picMkLst>
            <pc:docMk/>
            <pc:sldMk cId="3778348792" sldId="314"/>
            <ac:picMk id="13" creationId="{B31EF0A8-2D16-976D-A702-A595AD346C8B}"/>
          </ac:picMkLst>
        </pc:picChg>
        <pc:picChg chg="add del mod">
          <ac:chgData name="Ivan Carlos Gazin" userId="b1e18425-f377-4dc4-89dc-78c35dcee52f" providerId="ADAL" clId="{4471D79E-EFDE-417E-8817-8619230230F3}" dt="2025-04-26T23:37:05.865" v="2298" actId="478"/>
          <ac:picMkLst>
            <pc:docMk/>
            <pc:sldMk cId="3778348792" sldId="314"/>
            <ac:picMk id="15" creationId="{58FC1169-8025-0758-BD48-3F294491F4A6}"/>
          </ac:picMkLst>
        </pc:picChg>
        <pc:picChg chg="add del mod">
          <ac:chgData name="Ivan Carlos Gazin" userId="b1e18425-f377-4dc4-89dc-78c35dcee52f" providerId="ADAL" clId="{4471D79E-EFDE-417E-8817-8619230230F3}" dt="2025-04-27T19:43:03.350" v="5277" actId="478"/>
          <ac:picMkLst>
            <pc:docMk/>
            <pc:sldMk cId="3778348792" sldId="314"/>
            <ac:picMk id="16" creationId="{4273B387-B7F5-D73B-F391-2EFA7AB232C2}"/>
          </ac:picMkLst>
        </pc:picChg>
        <pc:picChg chg="add del mod">
          <ac:chgData name="Ivan Carlos Gazin" userId="b1e18425-f377-4dc4-89dc-78c35dcee52f" providerId="ADAL" clId="{4471D79E-EFDE-417E-8817-8619230230F3}" dt="2025-04-26T23:37:30.892" v="2304" actId="478"/>
          <ac:picMkLst>
            <pc:docMk/>
            <pc:sldMk cId="3778348792" sldId="314"/>
            <ac:picMk id="16" creationId="{B3383F42-61D6-E14D-C5D9-ADD4DB54D347}"/>
          </ac:picMkLst>
        </pc:picChg>
        <pc:picChg chg="add del mod">
          <ac:chgData name="Ivan Carlos Gazin" userId="b1e18425-f377-4dc4-89dc-78c35dcee52f" providerId="ADAL" clId="{4471D79E-EFDE-417E-8817-8619230230F3}" dt="2025-04-26T23:36:48.866" v="2292" actId="478"/>
          <ac:picMkLst>
            <pc:docMk/>
            <pc:sldMk cId="3778348792" sldId="314"/>
            <ac:picMk id="17" creationId="{89A6DE75-5551-86E5-453D-BADF17A7E8BE}"/>
          </ac:picMkLst>
        </pc:picChg>
        <pc:picChg chg="add del mod">
          <ac:chgData name="Ivan Carlos Gazin" userId="b1e18425-f377-4dc4-89dc-78c35dcee52f" providerId="ADAL" clId="{4471D79E-EFDE-417E-8817-8619230230F3}" dt="2025-04-27T13:44:07.411" v="3896" actId="478"/>
          <ac:picMkLst>
            <pc:docMk/>
            <pc:sldMk cId="3778348792" sldId="314"/>
            <ac:picMk id="18" creationId="{099EA320-3FA6-4049-B2D3-BB12687553AC}"/>
          </ac:picMkLst>
        </pc:picChg>
        <pc:picChg chg="add del mod">
          <ac:chgData name="Ivan Carlos Gazin" userId="b1e18425-f377-4dc4-89dc-78c35dcee52f" providerId="ADAL" clId="{4471D79E-EFDE-417E-8817-8619230230F3}" dt="2025-04-26T23:37:36.353" v="2306" actId="478"/>
          <ac:picMkLst>
            <pc:docMk/>
            <pc:sldMk cId="3778348792" sldId="314"/>
            <ac:picMk id="19" creationId="{778FBC12-6CD5-CE00-F52C-0E5FCAEBBA0A}"/>
          </ac:picMkLst>
        </pc:picChg>
        <pc:picChg chg="add del mod">
          <ac:chgData name="Ivan Carlos Gazin" userId="b1e18425-f377-4dc4-89dc-78c35dcee52f" providerId="ADAL" clId="{4471D79E-EFDE-417E-8817-8619230230F3}" dt="2025-04-27T19:47:27.137" v="5281" actId="478"/>
          <ac:picMkLst>
            <pc:docMk/>
            <pc:sldMk cId="3778348792" sldId="314"/>
            <ac:picMk id="19" creationId="{92DEF01C-CF58-F880-846D-F9B91A44FAD1}"/>
          </ac:picMkLst>
        </pc:picChg>
        <pc:picChg chg="add del mod">
          <ac:chgData name="Ivan Carlos Gazin" userId="b1e18425-f377-4dc4-89dc-78c35dcee52f" providerId="ADAL" clId="{4471D79E-EFDE-417E-8817-8619230230F3}" dt="2025-04-27T19:33:27.094" v="5223" actId="478"/>
          <ac:picMkLst>
            <pc:docMk/>
            <pc:sldMk cId="3778348792" sldId="314"/>
            <ac:picMk id="20" creationId="{CEFCBF74-ECDA-2CB6-062E-B074FCCE5A0C}"/>
          </ac:picMkLst>
        </pc:picChg>
        <pc:picChg chg="add mod">
          <ac:chgData name="Ivan Carlos Gazin" userId="b1e18425-f377-4dc4-89dc-78c35dcee52f" providerId="ADAL" clId="{4471D79E-EFDE-417E-8817-8619230230F3}" dt="2025-04-27T19:47:38.215" v="5284" actId="1076"/>
          <ac:picMkLst>
            <pc:docMk/>
            <pc:sldMk cId="3778348792" sldId="314"/>
            <ac:picMk id="23" creationId="{B08598AC-D74C-9A62-0BC7-A795110B72F8}"/>
          </ac:picMkLst>
        </pc:picChg>
        <pc:picChg chg="add mod modCrop">
          <ac:chgData name="Ivan Carlos Gazin" userId="b1e18425-f377-4dc4-89dc-78c35dcee52f" providerId="ADAL" clId="{4471D79E-EFDE-417E-8817-8619230230F3}" dt="2025-04-27T23:14:38.640" v="6760" actId="1076"/>
          <ac:picMkLst>
            <pc:docMk/>
            <pc:sldMk cId="3778348792" sldId="314"/>
            <ac:picMk id="25" creationId="{4427A21E-36B8-7A5D-C0C1-58C0A401A697}"/>
          </ac:picMkLst>
        </pc:picChg>
        <pc:picChg chg="add del mod">
          <ac:chgData name="Ivan Carlos Gazin" userId="b1e18425-f377-4dc4-89dc-78c35dcee52f" providerId="ADAL" clId="{4471D79E-EFDE-417E-8817-8619230230F3}" dt="2025-04-27T14:27:38.704" v="4585" actId="21"/>
          <ac:picMkLst>
            <pc:docMk/>
            <pc:sldMk cId="3778348792" sldId="314"/>
            <ac:picMk id="1026" creationId="{6A645B63-9EE0-74FA-B0E5-1503B46C13F9}"/>
          </ac:picMkLst>
        </pc:picChg>
        <pc:cxnChg chg="add del mod">
          <ac:chgData name="Ivan Carlos Gazin" userId="b1e18425-f377-4dc4-89dc-78c35dcee52f" providerId="ADAL" clId="{4471D79E-EFDE-417E-8817-8619230230F3}" dt="2025-04-27T13:44:08.419" v="3897" actId="478"/>
          <ac:cxnSpMkLst>
            <pc:docMk/>
            <pc:sldMk cId="3778348792" sldId="314"/>
            <ac:cxnSpMk id="22" creationId="{3100E3E2-C380-FBEB-8FEE-155C7523C5C2}"/>
          </ac:cxnSpMkLst>
        </pc:cxnChg>
        <pc:cxnChg chg="add del mod">
          <ac:chgData name="Ivan Carlos Gazin" userId="b1e18425-f377-4dc4-89dc-78c35dcee52f" providerId="ADAL" clId="{4471D79E-EFDE-417E-8817-8619230230F3}" dt="2025-04-26T23:39:33.237" v="2364" actId="478"/>
          <ac:cxnSpMkLst>
            <pc:docMk/>
            <pc:sldMk cId="3778348792" sldId="314"/>
            <ac:cxnSpMk id="26" creationId="{FDCE0B24-C0D3-4F1C-7D45-F490C05AB4D7}"/>
          </ac:cxnSpMkLst>
        </pc:cxnChg>
        <pc:cxnChg chg="add mod">
          <ac:chgData name="Ivan Carlos Gazin" userId="b1e18425-f377-4dc4-89dc-78c35dcee52f" providerId="ADAL" clId="{4471D79E-EFDE-417E-8817-8619230230F3}" dt="2025-04-26T23:58:05.084" v="2699" actId="108"/>
          <ac:cxnSpMkLst>
            <pc:docMk/>
            <pc:sldMk cId="3778348792" sldId="314"/>
            <ac:cxnSpMk id="30" creationId="{199C86C1-6799-3445-809B-6603B6DEDCEE}"/>
          </ac:cxnSpMkLst>
        </pc:cxnChg>
      </pc:sldChg>
      <pc:sldChg chg="addSp delSp modSp add mod ord modNotesTx">
        <pc:chgData name="Ivan Carlos Gazin" userId="b1e18425-f377-4dc4-89dc-78c35dcee52f" providerId="ADAL" clId="{4471D79E-EFDE-417E-8817-8619230230F3}" dt="2025-04-27T23:24:52.590" v="6762" actId="1076"/>
        <pc:sldMkLst>
          <pc:docMk/>
          <pc:sldMk cId="1328642603" sldId="315"/>
        </pc:sldMkLst>
        <pc:spChg chg="mod">
          <ac:chgData name="Ivan Carlos Gazin" userId="b1e18425-f377-4dc4-89dc-78c35dcee52f" providerId="ADAL" clId="{4471D79E-EFDE-417E-8817-8619230230F3}" dt="2025-04-27T22:24:10.393" v="6360" actId="313"/>
          <ac:spMkLst>
            <pc:docMk/>
            <pc:sldMk cId="1328642603" sldId="315"/>
            <ac:spMk id="2" creationId="{F9EEA6FD-CAE7-E644-491D-3B4EFAA1D7C6}"/>
          </ac:spMkLst>
        </pc:spChg>
        <pc:spChg chg="del">
          <ac:chgData name="Ivan Carlos Gazin" userId="b1e18425-f377-4dc4-89dc-78c35dcee52f" providerId="ADAL" clId="{4471D79E-EFDE-417E-8817-8619230230F3}" dt="2025-04-26T23:43:25.663" v="2457" actId="478"/>
          <ac:spMkLst>
            <pc:docMk/>
            <pc:sldMk cId="1328642603" sldId="315"/>
            <ac:spMk id="3" creationId="{06582B4B-8C6A-C43E-BC7D-F41A6D25FDCD}"/>
          </ac:spMkLst>
        </pc:spChg>
        <pc:spChg chg="del">
          <ac:chgData name="Ivan Carlos Gazin" userId="b1e18425-f377-4dc4-89dc-78c35dcee52f" providerId="ADAL" clId="{4471D79E-EFDE-417E-8817-8619230230F3}" dt="2025-04-26T23:43:27.406" v="2458" actId="478"/>
          <ac:spMkLst>
            <pc:docMk/>
            <pc:sldMk cId="1328642603" sldId="315"/>
            <ac:spMk id="4" creationId="{76435CBC-7DB5-E2FE-A83A-353FD87CFA72}"/>
          </ac:spMkLst>
        </pc:spChg>
        <pc:spChg chg="add del">
          <ac:chgData name="Ivan Carlos Gazin" userId="b1e18425-f377-4dc4-89dc-78c35dcee52f" providerId="ADAL" clId="{4471D79E-EFDE-417E-8817-8619230230F3}" dt="2025-04-27T20:17:38.708" v="5982" actId="478"/>
          <ac:spMkLst>
            <pc:docMk/>
            <pc:sldMk cId="1328642603" sldId="315"/>
            <ac:spMk id="6" creationId="{74C9B118-960B-F2FD-578A-3AD95E0F6142}"/>
          </ac:spMkLst>
        </pc:spChg>
        <pc:spChg chg="add del mod">
          <ac:chgData name="Ivan Carlos Gazin" userId="b1e18425-f377-4dc4-89dc-78c35dcee52f" providerId="ADAL" clId="{4471D79E-EFDE-417E-8817-8619230230F3}" dt="2025-04-26T21:42:22.037" v="71"/>
          <ac:spMkLst>
            <pc:docMk/>
            <pc:sldMk cId="1328642603" sldId="315"/>
            <ac:spMk id="6" creationId="{CBF43771-8182-A628-87EE-D4B23932E978}"/>
          </ac:spMkLst>
        </pc:spChg>
        <pc:spChg chg="add mod">
          <ac:chgData name="Ivan Carlos Gazin" userId="b1e18425-f377-4dc4-89dc-78c35dcee52f" providerId="ADAL" clId="{4471D79E-EFDE-417E-8817-8619230230F3}" dt="2025-04-27T22:42:05.380" v="6449" actId="113"/>
          <ac:spMkLst>
            <pc:docMk/>
            <pc:sldMk cId="1328642603" sldId="315"/>
            <ac:spMk id="6" creationId="{CCE75CF1-9413-7F87-51D6-EAC43062C46A}"/>
          </ac:spMkLst>
        </pc:spChg>
        <pc:spChg chg="add del mod">
          <ac:chgData name="Ivan Carlos Gazin" userId="b1e18425-f377-4dc4-89dc-78c35dcee52f" providerId="ADAL" clId="{4471D79E-EFDE-417E-8817-8619230230F3}" dt="2025-04-27T22:45:38.687" v="6453" actId="478"/>
          <ac:spMkLst>
            <pc:docMk/>
            <pc:sldMk cId="1328642603" sldId="315"/>
            <ac:spMk id="7" creationId="{EF3F684A-3BC8-1BAB-C8F5-399D7D63601E}"/>
          </ac:spMkLst>
        </pc:spChg>
        <pc:spChg chg="add del mod">
          <ac:chgData name="Ivan Carlos Gazin" userId="b1e18425-f377-4dc4-89dc-78c35dcee52f" providerId="ADAL" clId="{4471D79E-EFDE-417E-8817-8619230230F3}" dt="2025-04-26T21:43:01.880" v="78" actId="478"/>
          <ac:spMkLst>
            <pc:docMk/>
            <pc:sldMk cId="1328642603" sldId="315"/>
            <ac:spMk id="8" creationId="{D4D3CF32-C9A9-3A5D-134D-A8BE93FA3EB4}"/>
          </ac:spMkLst>
        </pc:spChg>
        <pc:spChg chg="add mod">
          <ac:chgData name="Ivan Carlos Gazin" userId="b1e18425-f377-4dc4-89dc-78c35dcee52f" providerId="ADAL" clId="{4471D79E-EFDE-417E-8817-8619230230F3}" dt="2025-04-27T22:24:47.116" v="6362" actId="313"/>
          <ac:spMkLst>
            <pc:docMk/>
            <pc:sldMk cId="1328642603" sldId="315"/>
            <ac:spMk id="9" creationId="{E202483F-C96B-FCF5-D67E-4442B5A319DF}"/>
          </ac:spMkLst>
        </pc:spChg>
        <pc:spChg chg="add mod">
          <ac:chgData name="Ivan Carlos Gazin" userId="b1e18425-f377-4dc4-89dc-78c35dcee52f" providerId="ADAL" clId="{4471D79E-EFDE-417E-8817-8619230230F3}" dt="2025-04-27T23:13:22.555" v="6716" actId="20577"/>
          <ac:spMkLst>
            <pc:docMk/>
            <pc:sldMk cId="1328642603" sldId="315"/>
            <ac:spMk id="13" creationId="{75D64EFD-179D-38F0-881E-F290A9B1CEBC}"/>
          </ac:spMkLst>
        </pc:spChg>
        <pc:spChg chg="del mod">
          <ac:chgData name="Ivan Carlos Gazin" userId="b1e18425-f377-4dc4-89dc-78c35dcee52f" providerId="ADAL" clId="{4471D79E-EFDE-417E-8817-8619230230F3}" dt="2025-04-26T21:42:22.035" v="69"/>
          <ac:spMkLst>
            <pc:docMk/>
            <pc:sldMk cId="1328642603" sldId="315"/>
            <ac:spMk id="28" creationId="{C09EA56B-F67B-B638-63AC-01E81939E994}"/>
          </ac:spMkLst>
        </pc:spChg>
        <pc:picChg chg="add del mod">
          <ac:chgData name="Ivan Carlos Gazin" userId="b1e18425-f377-4dc4-89dc-78c35dcee52f" providerId="ADAL" clId="{4471D79E-EFDE-417E-8817-8619230230F3}" dt="2025-04-27T23:11:17.406" v="6706" actId="478"/>
          <ac:picMkLst>
            <pc:docMk/>
            <pc:sldMk cId="1328642603" sldId="315"/>
            <ac:picMk id="3" creationId="{ED5F9B90-6A64-1D1F-88C1-655FA3F83A73}"/>
          </ac:picMkLst>
        </pc:picChg>
        <pc:picChg chg="add del mod">
          <ac:chgData name="Ivan Carlos Gazin" userId="b1e18425-f377-4dc4-89dc-78c35dcee52f" providerId="ADAL" clId="{4471D79E-EFDE-417E-8817-8619230230F3}" dt="2025-04-27T23:12:53.403" v="6711" actId="478"/>
          <ac:picMkLst>
            <pc:docMk/>
            <pc:sldMk cId="1328642603" sldId="315"/>
            <ac:picMk id="4" creationId="{C8EC9FAD-5B30-7E18-EA73-280520ABE99D}"/>
          </ac:picMkLst>
        </pc:picChg>
        <pc:picChg chg="add mod">
          <ac:chgData name="Ivan Carlos Gazin" userId="b1e18425-f377-4dc4-89dc-78c35dcee52f" providerId="ADAL" clId="{4471D79E-EFDE-417E-8817-8619230230F3}" dt="2025-04-27T23:13:48.588" v="6755" actId="1037"/>
          <ac:picMkLst>
            <pc:docMk/>
            <pc:sldMk cId="1328642603" sldId="315"/>
            <ac:picMk id="8" creationId="{D09FBC50-9D99-6D90-D376-0779F8816DAD}"/>
          </ac:picMkLst>
        </pc:picChg>
        <pc:picChg chg="add mod">
          <ac:chgData name="Ivan Carlos Gazin" userId="b1e18425-f377-4dc4-89dc-78c35dcee52f" providerId="ADAL" clId="{4471D79E-EFDE-417E-8817-8619230230F3}" dt="2025-04-27T23:14:54.377" v="6761" actId="14100"/>
          <ac:picMkLst>
            <pc:docMk/>
            <pc:sldMk cId="1328642603" sldId="315"/>
            <ac:picMk id="10" creationId="{98F5673B-738D-5BC1-164F-A1395054F786}"/>
          </ac:picMkLst>
        </pc:picChg>
        <pc:picChg chg="add del mod">
          <ac:chgData name="Ivan Carlos Gazin" userId="b1e18425-f377-4dc4-89dc-78c35dcee52f" providerId="ADAL" clId="{4471D79E-EFDE-417E-8817-8619230230F3}" dt="2025-04-27T19:35:52.346" v="5250" actId="478"/>
          <ac:picMkLst>
            <pc:docMk/>
            <pc:sldMk cId="1328642603" sldId="315"/>
            <ac:picMk id="10" creationId="{F8228DA3-CA7E-0862-1CD2-218C74209C1D}"/>
          </ac:picMkLst>
        </pc:picChg>
        <pc:picChg chg="add del mod">
          <ac:chgData name="Ivan Carlos Gazin" userId="b1e18425-f377-4dc4-89dc-78c35dcee52f" providerId="ADAL" clId="{4471D79E-EFDE-417E-8817-8619230230F3}" dt="2025-04-27T19:35:51.366" v="5249" actId="478"/>
          <ac:picMkLst>
            <pc:docMk/>
            <pc:sldMk cId="1328642603" sldId="315"/>
            <ac:picMk id="11" creationId="{88AE85C3-334F-F2AB-8962-125F379164AE}"/>
          </ac:picMkLst>
        </pc:picChg>
        <pc:picChg chg="add mod">
          <ac:chgData name="Ivan Carlos Gazin" userId="b1e18425-f377-4dc4-89dc-78c35dcee52f" providerId="ADAL" clId="{4471D79E-EFDE-417E-8817-8619230230F3}" dt="2025-04-27T23:24:52.590" v="6762" actId="1076"/>
          <ac:picMkLst>
            <pc:docMk/>
            <pc:sldMk cId="1328642603" sldId="315"/>
            <ac:picMk id="12" creationId="{CA3F2253-315A-1BE4-D66F-A3B578A8BA3F}"/>
          </ac:picMkLst>
        </pc:picChg>
        <pc:cxnChg chg="add mod">
          <ac:chgData name="Ivan Carlos Gazin" userId="b1e18425-f377-4dc4-89dc-78c35dcee52f" providerId="ADAL" clId="{4471D79E-EFDE-417E-8817-8619230230F3}" dt="2025-04-27T22:19:44.458" v="6191" actId="14100"/>
          <ac:cxnSpMkLst>
            <pc:docMk/>
            <pc:sldMk cId="1328642603" sldId="315"/>
            <ac:cxnSpMk id="14" creationId="{4D3CDA31-D8C8-78E5-9F53-5BCB517EB6CB}"/>
          </ac:cxnSpMkLst>
        </pc:cxnChg>
      </pc:sldChg>
      <pc:sldChg chg="addSp modSp new del mod ord">
        <pc:chgData name="Ivan Carlos Gazin" userId="b1e18425-f377-4dc4-89dc-78c35dcee52f" providerId="ADAL" clId="{4471D79E-EFDE-417E-8817-8619230230F3}" dt="2025-04-27T00:25:38.685" v="3706" actId="47"/>
        <pc:sldMkLst>
          <pc:docMk/>
          <pc:sldMk cId="4040700632" sldId="316"/>
        </pc:sldMkLst>
        <pc:spChg chg="mod">
          <ac:chgData name="Ivan Carlos Gazin" userId="b1e18425-f377-4dc4-89dc-78c35dcee52f" providerId="ADAL" clId="{4471D79E-EFDE-417E-8817-8619230230F3}" dt="2025-04-26T21:50:00.424" v="187" actId="20577"/>
          <ac:spMkLst>
            <pc:docMk/>
            <pc:sldMk cId="4040700632" sldId="316"/>
            <ac:spMk id="2" creationId="{E4DB201F-F008-2364-365C-8FC56E001D76}"/>
          </ac:spMkLst>
        </pc:spChg>
        <pc:spChg chg="add mod">
          <ac:chgData name="Ivan Carlos Gazin" userId="b1e18425-f377-4dc4-89dc-78c35dcee52f" providerId="ADAL" clId="{4471D79E-EFDE-417E-8817-8619230230F3}" dt="2025-04-26T21:54:49.172" v="272" actId="5793"/>
          <ac:spMkLst>
            <pc:docMk/>
            <pc:sldMk cId="4040700632" sldId="316"/>
            <ac:spMk id="6" creationId="{DE580F26-0D37-431F-9C15-4D158244CD3E}"/>
          </ac:spMkLst>
        </pc:spChg>
      </pc:sldChg>
      <pc:sldChg chg="addSp delSp modSp new del mod">
        <pc:chgData name="Ivan Carlos Gazin" userId="b1e18425-f377-4dc4-89dc-78c35dcee52f" providerId="ADAL" clId="{4471D79E-EFDE-417E-8817-8619230230F3}" dt="2025-04-27T22:13:58.986" v="6107" actId="47"/>
        <pc:sldMkLst>
          <pc:docMk/>
          <pc:sldMk cId="1427421265" sldId="317"/>
        </pc:sldMkLst>
        <pc:spChg chg="mod">
          <ac:chgData name="Ivan Carlos Gazin" userId="b1e18425-f377-4dc4-89dc-78c35dcee52f" providerId="ADAL" clId="{4471D79E-EFDE-417E-8817-8619230230F3}" dt="2025-04-27T00:07:04" v="2772" actId="207"/>
          <ac:spMkLst>
            <pc:docMk/>
            <pc:sldMk cId="1427421265" sldId="317"/>
            <ac:spMk id="2" creationId="{B965DA95-662D-11F1-6201-AFA80DC1160B}"/>
          </ac:spMkLst>
        </pc:spChg>
        <pc:spChg chg="del">
          <ac:chgData name="Ivan Carlos Gazin" userId="b1e18425-f377-4dc4-89dc-78c35dcee52f" providerId="ADAL" clId="{4471D79E-EFDE-417E-8817-8619230230F3}" dt="2025-04-27T00:07:20.364" v="2779" actId="478"/>
          <ac:spMkLst>
            <pc:docMk/>
            <pc:sldMk cId="1427421265" sldId="317"/>
            <ac:spMk id="3" creationId="{A6A4D602-753D-622C-C05D-69C7E13ED6F5}"/>
          </ac:spMkLst>
        </pc:spChg>
        <pc:spChg chg="del">
          <ac:chgData name="Ivan Carlos Gazin" userId="b1e18425-f377-4dc4-89dc-78c35dcee52f" providerId="ADAL" clId="{4471D79E-EFDE-417E-8817-8619230230F3}" dt="2025-04-27T00:07:21.784" v="2780" actId="478"/>
          <ac:spMkLst>
            <pc:docMk/>
            <pc:sldMk cId="1427421265" sldId="317"/>
            <ac:spMk id="4" creationId="{17168C02-12E9-C37A-20F0-0AAAAC51DCF5}"/>
          </ac:spMkLst>
        </pc:spChg>
        <pc:spChg chg="add del mod">
          <ac:chgData name="Ivan Carlos Gazin" userId="b1e18425-f377-4dc4-89dc-78c35dcee52f" providerId="ADAL" clId="{4471D79E-EFDE-417E-8817-8619230230F3}" dt="2025-04-27T00:06:55.761" v="2771" actId="478"/>
          <ac:spMkLst>
            <pc:docMk/>
            <pc:sldMk cId="1427421265" sldId="317"/>
            <ac:spMk id="7" creationId="{0748B4B2-AB63-8624-90BB-6C428167A44D}"/>
          </ac:spMkLst>
        </pc:spChg>
        <pc:spChg chg="add mod">
          <ac:chgData name="Ivan Carlos Gazin" userId="b1e18425-f377-4dc4-89dc-78c35dcee52f" providerId="ADAL" clId="{4471D79E-EFDE-417E-8817-8619230230F3}" dt="2025-04-26T21:45:08.100" v="92"/>
          <ac:spMkLst>
            <pc:docMk/>
            <pc:sldMk cId="1427421265" sldId="317"/>
            <ac:spMk id="8" creationId="{80262B4A-A403-9DDE-E555-CAD214F5FCD3}"/>
          </ac:spMkLst>
        </pc:spChg>
        <pc:spChg chg="add mod">
          <ac:chgData name="Ivan Carlos Gazin" userId="b1e18425-f377-4dc4-89dc-78c35dcee52f" providerId="ADAL" clId="{4471D79E-EFDE-417E-8817-8619230230F3}" dt="2025-04-27T14:38:37.628" v="4935" actId="207"/>
          <ac:spMkLst>
            <pc:docMk/>
            <pc:sldMk cId="1427421265" sldId="317"/>
            <ac:spMk id="9" creationId="{13A75E27-2897-4691-ECC7-64F4BACF8AEC}"/>
          </ac:spMkLst>
        </pc:spChg>
      </pc:sldChg>
      <pc:sldChg chg="addSp delSp modSp add mod">
        <pc:chgData name="Ivan Carlos Gazin" userId="b1e18425-f377-4dc4-89dc-78c35dcee52f" providerId="ADAL" clId="{4471D79E-EFDE-417E-8817-8619230230F3}" dt="2025-04-27T22:35:41.636" v="6424" actId="20577"/>
        <pc:sldMkLst>
          <pc:docMk/>
          <pc:sldMk cId="4247887904" sldId="318"/>
        </pc:sldMkLst>
        <pc:spChg chg="mod">
          <ac:chgData name="Ivan Carlos Gazin" userId="b1e18425-f377-4dc4-89dc-78c35dcee52f" providerId="ADAL" clId="{4471D79E-EFDE-417E-8817-8619230230F3}" dt="2025-04-27T00:08:31.311" v="2786" actId="790"/>
          <ac:spMkLst>
            <pc:docMk/>
            <pc:sldMk cId="4247887904" sldId="318"/>
            <ac:spMk id="2" creationId="{AAD3D055-407C-23B3-4D12-2E6707693573}"/>
          </ac:spMkLst>
        </pc:spChg>
        <pc:spChg chg="add del mod">
          <ac:chgData name="Ivan Carlos Gazin" userId="b1e18425-f377-4dc4-89dc-78c35dcee52f" providerId="ADAL" clId="{4471D79E-EFDE-417E-8817-8619230230F3}" dt="2025-04-27T00:09:17.996" v="2795"/>
          <ac:spMkLst>
            <pc:docMk/>
            <pc:sldMk cId="4247887904" sldId="318"/>
            <ac:spMk id="4" creationId="{2A87A79D-5F7A-A066-7CED-9396AFBB773B}"/>
          </ac:spMkLst>
        </pc:spChg>
        <pc:spChg chg="mod">
          <ac:chgData name="Ivan Carlos Gazin" userId="b1e18425-f377-4dc4-89dc-78c35dcee52f" providerId="ADAL" clId="{4471D79E-EFDE-417E-8817-8619230230F3}" dt="2025-04-27T22:35:41.636" v="6424" actId="20577"/>
          <ac:spMkLst>
            <pc:docMk/>
            <pc:sldMk cId="4247887904" sldId="318"/>
            <ac:spMk id="9" creationId="{26DE16E7-9944-AFF5-D861-2B07AB744DA8}"/>
          </ac:spMkLst>
        </pc:spChg>
      </pc:sldChg>
      <pc:sldChg chg="addSp delSp modSp add mod">
        <pc:chgData name="Ivan Carlos Gazin" userId="b1e18425-f377-4dc4-89dc-78c35dcee52f" providerId="ADAL" clId="{4471D79E-EFDE-417E-8817-8619230230F3}" dt="2025-04-27T23:09:35.921" v="6705" actId="1038"/>
        <pc:sldMkLst>
          <pc:docMk/>
          <pc:sldMk cId="3198233888" sldId="319"/>
        </pc:sldMkLst>
        <pc:spChg chg="mod">
          <ac:chgData name="Ivan Carlos Gazin" userId="b1e18425-f377-4dc4-89dc-78c35dcee52f" providerId="ADAL" clId="{4471D79E-EFDE-417E-8817-8619230230F3}" dt="2025-04-27T14:53:47.576" v="4988" actId="6549"/>
          <ac:spMkLst>
            <pc:docMk/>
            <pc:sldMk cId="3198233888" sldId="319"/>
            <ac:spMk id="2" creationId="{CE83F48A-38F1-290F-BFCA-841EAD39AC7E}"/>
          </ac:spMkLst>
        </pc:spChg>
        <pc:spChg chg="add mod">
          <ac:chgData name="Ivan Carlos Gazin" userId="b1e18425-f377-4dc4-89dc-78c35dcee52f" providerId="ADAL" clId="{4471D79E-EFDE-417E-8817-8619230230F3}" dt="2025-04-27T22:41:53.838" v="6446" actId="113"/>
          <ac:spMkLst>
            <pc:docMk/>
            <pc:sldMk cId="3198233888" sldId="319"/>
            <ac:spMk id="3" creationId="{6B57BD68-CDB2-9899-D804-A91B74E66340}"/>
          </ac:spMkLst>
        </pc:spChg>
        <pc:spChg chg="del">
          <ac:chgData name="Ivan Carlos Gazin" userId="b1e18425-f377-4dc4-89dc-78c35dcee52f" providerId="ADAL" clId="{4471D79E-EFDE-417E-8817-8619230230F3}" dt="2025-04-27T13:44:24.101" v="3901" actId="478"/>
          <ac:spMkLst>
            <pc:docMk/>
            <pc:sldMk cId="3198233888" sldId="319"/>
            <ac:spMk id="12" creationId="{27553181-30F9-63AF-72C9-774A55C7FF56}"/>
          </ac:spMkLst>
        </pc:spChg>
        <pc:spChg chg="mod">
          <ac:chgData name="Ivan Carlos Gazin" userId="b1e18425-f377-4dc4-89dc-78c35dcee52f" providerId="ADAL" clId="{4471D79E-EFDE-417E-8817-8619230230F3}" dt="2025-04-27T23:09:30.039" v="6702" actId="14100"/>
          <ac:spMkLst>
            <pc:docMk/>
            <pc:sldMk cId="3198233888" sldId="319"/>
            <ac:spMk id="14" creationId="{37FE4B8A-2623-C9F4-910F-3C58B2FDD612}"/>
          </ac:spMkLst>
        </pc:spChg>
        <pc:spChg chg="add del mod">
          <ac:chgData name="Ivan Carlos Gazin" userId="b1e18425-f377-4dc4-89dc-78c35dcee52f" providerId="ADAL" clId="{4471D79E-EFDE-417E-8817-8619230230F3}" dt="2025-04-27T22:45:35.966" v="6452" actId="478"/>
          <ac:spMkLst>
            <pc:docMk/>
            <pc:sldMk cId="3198233888" sldId="319"/>
            <ac:spMk id="15" creationId="{A0A4E5EE-9F5B-BCC0-B52B-2E9F70499E35}"/>
          </ac:spMkLst>
        </pc:spChg>
        <pc:spChg chg="mod">
          <ac:chgData name="Ivan Carlos Gazin" userId="b1e18425-f377-4dc4-89dc-78c35dcee52f" providerId="ADAL" clId="{4471D79E-EFDE-417E-8817-8619230230F3}" dt="2025-04-27T23:07:17.780" v="6677" actId="20577"/>
          <ac:spMkLst>
            <pc:docMk/>
            <pc:sldMk cId="3198233888" sldId="319"/>
            <ac:spMk id="28" creationId="{E1001E84-240B-C086-E752-B79348B4B6F2}"/>
          </ac:spMkLst>
        </pc:spChg>
        <pc:picChg chg="add del mod">
          <ac:chgData name="Ivan Carlos Gazin" userId="b1e18425-f377-4dc4-89dc-78c35dcee52f" providerId="ADAL" clId="{4471D79E-EFDE-417E-8817-8619230230F3}" dt="2025-04-27T19:38:06.235" v="5255" actId="478"/>
          <ac:picMkLst>
            <pc:docMk/>
            <pc:sldMk cId="3198233888" sldId="319"/>
            <ac:picMk id="3" creationId="{AE4CAD58-668F-1383-129A-74A0A323397C}"/>
          </ac:picMkLst>
        </pc:picChg>
        <pc:picChg chg="add del mod">
          <ac:chgData name="Ivan Carlos Gazin" userId="b1e18425-f377-4dc4-89dc-78c35dcee52f" providerId="ADAL" clId="{4471D79E-EFDE-417E-8817-8619230230F3}" dt="2025-04-27T23:09:17.252" v="6700" actId="478"/>
          <ac:picMkLst>
            <pc:docMk/>
            <pc:sldMk cId="3198233888" sldId="319"/>
            <ac:picMk id="6" creationId="{EE25A79B-9684-9F8A-DD01-A54C86DC2EF4}"/>
          </ac:picMkLst>
        </pc:picChg>
        <pc:picChg chg="add mod">
          <ac:chgData name="Ivan Carlos Gazin" userId="b1e18425-f377-4dc4-89dc-78c35dcee52f" providerId="ADAL" clId="{4471D79E-EFDE-417E-8817-8619230230F3}" dt="2025-04-27T22:32:02.527" v="6382" actId="14100"/>
          <ac:picMkLst>
            <pc:docMk/>
            <pc:sldMk cId="3198233888" sldId="319"/>
            <ac:picMk id="7" creationId="{FFD4C2C8-284B-6A66-91E8-DDE1372B097E}"/>
          </ac:picMkLst>
        </pc:picChg>
        <pc:picChg chg="add del mod">
          <ac:chgData name="Ivan Carlos Gazin" userId="b1e18425-f377-4dc4-89dc-78c35dcee52f" providerId="ADAL" clId="{4471D79E-EFDE-417E-8817-8619230230F3}" dt="2025-04-27T23:08:04.729" v="6678" actId="478"/>
          <ac:picMkLst>
            <pc:docMk/>
            <pc:sldMk cId="3198233888" sldId="319"/>
            <ac:picMk id="8" creationId="{26386119-73FF-2913-804C-6D7DC7501038}"/>
          </ac:picMkLst>
        </pc:picChg>
        <pc:picChg chg="add del">
          <ac:chgData name="Ivan Carlos Gazin" userId="b1e18425-f377-4dc4-89dc-78c35dcee52f" providerId="ADAL" clId="{4471D79E-EFDE-417E-8817-8619230230F3}" dt="2025-04-27T22:57:28.179" v="6564" actId="22"/>
          <ac:picMkLst>
            <pc:docMk/>
            <pc:sldMk cId="3198233888" sldId="319"/>
            <ac:picMk id="9" creationId="{A62526E4-78CA-D47C-415E-1F8FFF45F3D7}"/>
          </ac:picMkLst>
        </pc:picChg>
        <pc:picChg chg="add del mod">
          <ac:chgData name="Ivan Carlos Gazin" userId="b1e18425-f377-4dc4-89dc-78c35dcee52f" providerId="ADAL" clId="{4471D79E-EFDE-417E-8817-8619230230F3}" dt="2025-04-27T19:40:47.499" v="5270" actId="22"/>
          <ac:picMkLst>
            <pc:docMk/>
            <pc:sldMk cId="3198233888" sldId="319"/>
            <ac:picMk id="10" creationId="{F35D8240-343A-A0E5-0249-B0155898CC4E}"/>
          </ac:picMkLst>
        </pc:picChg>
        <pc:picChg chg="add mod">
          <ac:chgData name="Ivan Carlos Gazin" userId="b1e18425-f377-4dc4-89dc-78c35dcee52f" providerId="ADAL" clId="{4471D79E-EFDE-417E-8817-8619230230F3}" dt="2025-04-27T23:04:58.022" v="6591" actId="14100"/>
          <ac:picMkLst>
            <pc:docMk/>
            <pc:sldMk cId="3198233888" sldId="319"/>
            <ac:picMk id="11" creationId="{E5832006-81A4-8578-83D3-9895AC5F475C}"/>
          </ac:picMkLst>
        </pc:picChg>
        <pc:picChg chg="add del mod">
          <ac:chgData name="Ivan Carlos Gazin" userId="b1e18425-f377-4dc4-89dc-78c35dcee52f" providerId="ADAL" clId="{4471D79E-EFDE-417E-8817-8619230230F3}" dt="2025-04-27T23:04:55.471" v="6586" actId="478"/>
          <ac:picMkLst>
            <pc:docMk/>
            <pc:sldMk cId="3198233888" sldId="319"/>
            <ac:picMk id="13" creationId="{670A6701-AC39-D7ED-6A98-1A6A83AA14E2}"/>
          </ac:picMkLst>
        </pc:picChg>
        <pc:picChg chg="add mod">
          <ac:chgData name="Ivan Carlos Gazin" userId="b1e18425-f377-4dc4-89dc-78c35dcee52f" providerId="ADAL" clId="{4471D79E-EFDE-417E-8817-8619230230F3}" dt="2025-04-27T23:08:18.720" v="6692" actId="1076"/>
          <ac:picMkLst>
            <pc:docMk/>
            <pc:sldMk cId="3198233888" sldId="319"/>
            <ac:picMk id="15" creationId="{5EFAFCE4-87B1-C874-2A01-BA0ABA9DD9A7}"/>
          </ac:picMkLst>
        </pc:picChg>
        <pc:picChg chg="add mod">
          <ac:chgData name="Ivan Carlos Gazin" userId="b1e18425-f377-4dc4-89dc-78c35dcee52f" providerId="ADAL" clId="{4471D79E-EFDE-417E-8817-8619230230F3}" dt="2025-04-27T23:09:35.921" v="6705" actId="1038"/>
          <ac:picMkLst>
            <pc:docMk/>
            <pc:sldMk cId="3198233888" sldId="319"/>
            <ac:picMk id="17" creationId="{6414D15C-1C53-829A-49E7-7F5DAE379734}"/>
          </ac:picMkLst>
        </pc:picChg>
        <pc:picChg chg="del">
          <ac:chgData name="Ivan Carlos Gazin" userId="b1e18425-f377-4dc4-89dc-78c35dcee52f" providerId="ADAL" clId="{4471D79E-EFDE-417E-8817-8619230230F3}" dt="2025-04-27T13:44:23.016" v="3900" actId="478"/>
          <ac:picMkLst>
            <pc:docMk/>
            <pc:sldMk cId="3198233888" sldId="319"/>
            <ac:picMk id="18" creationId="{8CD9F77A-A510-971A-B225-DA5574485447}"/>
          </ac:picMkLst>
        </pc:picChg>
        <pc:picChg chg="del">
          <ac:chgData name="Ivan Carlos Gazin" userId="b1e18425-f377-4dc4-89dc-78c35dcee52f" providerId="ADAL" clId="{4471D79E-EFDE-417E-8817-8619230230F3}" dt="2025-04-27T19:38:23.223" v="5259" actId="478"/>
          <ac:picMkLst>
            <pc:docMk/>
            <pc:sldMk cId="3198233888" sldId="319"/>
            <ac:picMk id="20" creationId="{ABEF2649-C2F1-F2F0-0D5C-43F2D9605F5E}"/>
          </ac:picMkLst>
        </pc:picChg>
        <pc:picChg chg="add del mod">
          <ac:chgData name="Ivan Carlos Gazin" userId="b1e18425-f377-4dc4-89dc-78c35dcee52f" providerId="ADAL" clId="{4471D79E-EFDE-417E-8817-8619230230F3}" dt="2025-04-27T20:03:05.175" v="5804" actId="478"/>
          <ac:picMkLst>
            <pc:docMk/>
            <pc:sldMk cId="3198233888" sldId="319"/>
            <ac:picMk id="1026" creationId="{6A645B63-9EE0-74FA-B0E5-1503B46C13F9}"/>
          </ac:picMkLst>
        </pc:picChg>
        <pc:cxnChg chg="del">
          <ac:chgData name="Ivan Carlos Gazin" userId="b1e18425-f377-4dc4-89dc-78c35dcee52f" providerId="ADAL" clId="{4471D79E-EFDE-417E-8817-8619230230F3}" dt="2025-04-27T13:44:22.210" v="3899" actId="478"/>
          <ac:cxnSpMkLst>
            <pc:docMk/>
            <pc:sldMk cId="3198233888" sldId="319"/>
            <ac:cxnSpMk id="22" creationId="{E831B209-3CE7-3EEB-ED5B-5B21BE523750}"/>
          </ac:cxnSpMkLst>
        </pc:cxnChg>
        <pc:cxnChg chg="mod">
          <ac:chgData name="Ivan Carlos Gazin" userId="b1e18425-f377-4dc4-89dc-78c35dcee52f" providerId="ADAL" clId="{4471D79E-EFDE-417E-8817-8619230230F3}" dt="2025-04-27T23:06:09.757" v="6635" actId="1036"/>
          <ac:cxnSpMkLst>
            <pc:docMk/>
            <pc:sldMk cId="3198233888" sldId="319"/>
            <ac:cxnSpMk id="30" creationId="{85561106-D4BA-C13B-8435-AE9C88207BAE}"/>
          </ac:cxnSpMkLst>
        </pc:cxnChg>
      </pc:sldChg>
      <pc:sldChg chg="add del">
        <pc:chgData name="Ivan Carlos Gazin" userId="b1e18425-f377-4dc4-89dc-78c35dcee52f" providerId="ADAL" clId="{4471D79E-EFDE-417E-8817-8619230230F3}" dt="2025-04-27T14:26:41.670" v="4571"/>
        <pc:sldMkLst>
          <pc:docMk/>
          <pc:sldMk cId="231657056" sldId="32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AEED-FF0D-4512-BD5F-9F077F06D9A7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8AB8-F519-4C44-A217-B2548CA6E52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F9B45-E22A-4A9C-91D5-81685A72A6FA}" type="datetimeFigureOut">
              <a:rPr lang="en-US" smtClean="0"/>
              <a:t>4/27/2025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03549-A82F-409E-AD53-534267A0E10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1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57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43EF-5244-8CFC-8690-EC06DB6A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5EC6E67-DF99-BDF5-56FF-F3B66A9BE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914A97-8B2B-DCA2-1840-E08AE73A7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F1F136-D93E-F83F-8EF8-BE9EB9C50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81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u="sng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‹nº›</a:t>
            </a:fld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‹nº›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‹nº›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‹nº›</a:t>
            </a:fld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‹nº›</a:t>
            </a:fld>
            <a:endParaRPr lang="en-ZA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‹nº›</a:t>
            </a:fld>
            <a:endParaRPr lang="en-ZA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7" name="Date Placeholder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259989"/>
            <a:ext cx="9144000" cy="1632030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Projeto Integrado</a:t>
            </a:r>
            <a:br>
              <a:rPr lang="pt-BR" dirty="0"/>
            </a:br>
            <a:r>
              <a:rPr lang="pt-BR" dirty="0"/>
              <a:t>Feature </a:t>
            </a:r>
            <a:r>
              <a:rPr lang="en-US" noProof="0" dirty="0"/>
              <a:t>Engineering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" y="4953965"/>
            <a:ext cx="7953375" cy="1632030"/>
          </a:xfrm>
        </p:spPr>
        <p:txBody>
          <a:bodyPr/>
          <a:lstStyle/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ANDERSON DA SILVA RAMOS RM359601</a:t>
            </a:r>
            <a:endParaRPr lang="en-US" sz="16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ARTHUR EYNG RM359484</a:t>
            </a:r>
            <a:endParaRPr lang="en-US" sz="16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IVAN CARLOS GAZIN RM359250</a:t>
            </a:r>
            <a:endParaRPr lang="en-US" sz="16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6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PAULO VINICIUS DE SOUZA KELLER RM359200</a:t>
            </a:r>
            <a:endParaRPr lang="en-US" sz="16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F01F7-E9ED-CFF1-32E9-DFCCA693E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>
                <a:solidFill>
                  <a:schemeClr val="accent1"/>
                </a:solidFill>
              </a:rPr>
              <a:t>O Desafio</a:t>
            </a:r>
            <a:endParaRPr lang="pt-BR" dirty="0">
              <a:solidFill>
                <a:schemeClr val="accent1"/>
              </a:solidFill>
            </a:endParaRPr>
          </a:p>
        </p:txBody>
      </p:sp>
      <p:pic>
        <p:nvPicPr>
          <p:cNvPr id="30" name="Picture Placeholder 8" descr="photo of person using laptop">
            <a:extLst>
              <a:ext uri="{FF2B5EF4-FFF2-40B4-BE49-F238E27FC236}">
                <a16:creationId xmlns:a16="http://schemas.microsoft.com/office/drawing/2014/main" id="{B0CFED2E-7E5D-2290-411F-49B93FAC6C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9" r="10996" b="-3"/>
          <a:stretch/>
        </p:blipFill>
        <p:spPr>
          <a:xfrm>
            <a:off x="838200" y="1825625"/>
            <a:ext cx="5181600" cy="4351338"/>
          </a:xfrm>
          <a:prstGeom prst="rect">
            <a:avLst/>
          </a:prstGeom>
          <a:noFill/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9A62437E-FEBE-0EDD-144D-E3CF5D648A80}"/>
              </a:ext>
            </a:extLst>
          </p:cNvPr>
          <p:cNvSpPr txBox="1"/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500" noProof="0" dirty="0"/>
              <a:t>Construir um modelo que  garanta equilíbrio entre aprovação e segurança financeira.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pt-BR" sz="1500" noProof="0" dirty="0"/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500" noProof="0" dirty="0"/>
              <a:t>Em um cenário competitivo de concessão de crédito, precisávamos identificar </a:t>
            </a:r>
            <a:r>
              <a:rPr lang="pt-BR" sz="1500" b="1" noProof="0" dirty="0"/>
              <a:t>clientes inadimplentes</a:t>
            </a:r>
            <a:r>
              <a:rPr lang="pt-BR" sz="1500" noProof="0" dirty="0"/>
              <a:t> com mais precisão.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500" noProof="0" dirty="0"/>
              <a:t>Base de dados real, </a:t>
            </a:r>
            <a:r>
              <a:rPr lang="pt-BR" sz="1500" b="1" noProof="0" dirty="0"/>
              <a:t>desbalanceada</a:t>
            </a:r>
            <a:r>
              <a:rPr lang="pt-BR" sz="1500" noProof="0" dirty="0"/>
              <a:t>.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pt-BR" sz="1500" noProof="0" dirty="0"/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500" noProof="0" dirty="0"/>
              <a:t>Variáveis brutas, </a:t>
            </a:r>
            <a:r>
              <a:rPr lang="pt-BR" sz="1500" b="1" noProof="0" dirty="0"/>
              <a:t>sem preparação</a:t>
            </a:r>
            <a:r>
              <a:rPr lang="pt-BR" sz="1500" noProof="0" dirty="0"/>
              <a:t>.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pt-BR" sz="1500" dirty="0"/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500" noProof="0" dirty="0"/>
              <a:t>Mitigar o risco de conceção de cartões de credito para mal pagadores.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6EA8BF-4F88-27BE-4D45-B5C8059E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238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6C82-D701-DF23-02B3-552EF3BC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A4F6E-282D-826F-98D7-0F5B74C4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As Dificuldades Iniciais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3084C2-5893-34D9-948C-44DB3806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3EA6AA0-91B3-2B4C-076B-E70F0F3FB5C6}"/>
              </a:ext>
            </a:extLst>
          </p:cNvPr>
          <p:cNvSpPr txBox="1"/>
          <p:nvPr/>
        </p:nvSpPr>
        <p:spPr>
          <a:xfrm>
            <a:off x="838200" y="1691323"/>
            <a:ext cx="525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</a:rPr>
              <a:t>Primeiro teste:</a:t>
            </a:r>
            <a:endParaRPr kumimoji="0" lang="pt-BR" sz="1600" b="1" i="0" u="none" strike="noStrike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</a:rPr>
              <a:t>Rodamos inicialmente o modelo </a:t>
            </a:r>
            <a:r>
              <a:rPr lang="pt-BR" sz="1400" b="1" dirty="0">
                <a:latin typeface="Arial" panose="020B0604020202020204" pitchFamily="34" charset="0"/>
              </a:rPr>
              <a:t>Scikit Learn LogisticRegression </a:t>
            </a:r>
            <a:r>
              <a:rPr lang="pt-BR" sz="1400" dirty="0">
                <a:latin typeface="Arial" panose="020B0604020202020204" pitchFamily="34" charset="0"/>
              </a:rPr>
              <a:t>com o mínimo de ajuste na base de dados e os </a:t>
            </a:r>
            <a:r>
              <a:rPr kumimoji="0" lang="pt-BR" sz="140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resultados foram péssimos. </a:t>
            </a:r>
            <a:r>
              <a:rPr lang="pt-BR" sz="1400" b="1" dirty="0">
                <a:latin typeface="Arial" panose="020B0604020202020204" pitchFamily="34" charset="0"/>
              </a:rPr>
              <a:t>Recall = 0.00 </a:t>
            </a:r>
            <a:r>
              <a:rPr lang="pt-BR" sz="1400" dirty="0">
                <a:latin typeface="Arial" panose="020B0604020202020204" pitchFamily="34" charset="0"/>
              </a:rPr>
              <a:t>para a classe 1.0</a:t>
            </a:r>
            <a:endParaRPr lang="pt-BR" sz="16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F17C1A-7CBB-BE12-F900-59B0C9AB53FB}"/>
              </a:ext>
            </a:extLst>
          </p:cNvPr>
          <p:cNvSpPr txBox="1"/>
          <p:nvPr/>
        </p:nvSpPr>
        <p:spPr>
          <a:xfrm>
            <a:off x="6104626" y="3945464"/>
            <a:ext cx="535269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</a:rPr>
              <a:t>Problemas Identificados: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 </a:t>
            </a:r>
            <a:r>
              <a:rPr lang="pt-BR" sz="1400" dirty="0">
                <a:latin typeface="Arial" panose="020B0604020202020204" pitchFamily="34" charset="0"/>
              </a:rPr>
              <a:t>Target </a:t>
            </a: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desbalanceada (inadimplentes eram minoritários).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em variáveis contínuas </a:t>
            </a:r>
            <a:r>
              <a:rPr lang="pt-BR" sz="1400" noProof="0" dirty="0">
                <a:latin typeface="Arial" panose="020B0604020202020204" pitchFamily="34" charset="0"/>
              </a:rPr>
              <a:t>(Renda, Idade, </a:t>
            </a:r>
            <a:r>
              <a:rPr kumimoji="0" lang="pt-BR" sz="14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Quantidade de Dependentes</a:t>
            </a:r>
            <a:r>
              <a:rPr lang="pt-BR" sz="1400" noProof="0" dirty="0">
                <a:latin typeface="Arial" panose="020B0604020202020204" pitchFamily="34" charset="0"/>
              </a:rPr>
              <a:t>).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400" dirty="0">
                <a:latin typeface="Arial" panose="020B0604020202020204" pitchFamily="34" charset="0"/>
              </a:rPr>
              <a:t>Features</a:t>
            </a: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irrelevantes para o modelo (ID, Datas, Cidades, Estados etc…)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400" dirty="0">
                <a:latin typeface="Arial" panose="020B0604020202020204" pitchFamily="34" charset="0"/>
              </a:rPr>
              <a:t>Features com valores únicos</a:t>
            </a:r>
            <a:endParaRPr lang="pt-BR" sz="14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8173001-5FE7-353C-2EF3-46A80E6DAC72}"/>
              </a:ext>
            </a:extLst>
          </p:cNvPr>
          <p:cNvSpPr txBox="1"/>
          <p:nvPr/>
        </p:nvSpPr>
        <p:spPr>
          <a:xfrm>
            <a:off x="6096000" y="1691323"/>
            <a:ext cx="526389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marR="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  <a:lvl2pPr marL="742950" marR="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2pPr>
          </a:lstStyle>
          <a:p>
            <a:pPr algn="just"/>
            <a:r>
              <a:rPr lang="pt-BR" sz="1600" dirty="0">
                <a:solidFill>
                  <a:schemeClr val="accent1"/>
                </a:solidFill>
              </a:rPr>
              <a:t>Critério de avaliação:</a:t>
            </a:r>
          </a:p>
          <a:p>
            <a:pPr lvl="1" algn="just"/>
            <a:r>
              <a:rPr lang="pt-BR" sz="1400" b="1" dirty="0"/>
              <a:t>Recall da variável target = 1: </a:t>
            </a:r>
            <a:r>
              <a:rPr lang="pt-BR" sz="1400" dirty="0"/>
              <a:t>pois prioriza identificar todos os potenciais inadimplentes, minimizando o risco de conceder cartão de crédito a maus pagadores e, consequentemente, as perdas financeiras. Em cenários de alto desbalanceamento e foco em evitar falsos negativos, ele se torna a métrica mais relevante para otimizar o modelo.</a:t>
            </a:r>
            <a:endParaRPr lang="pt-BR" sz="1400" dirty="0">
              <a:solidFill>
                <a:srgbClr val="FF0000"/>
              </a:solidFill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686238A-8033-8200-CD3B-8E6F80FF14EA}"/>
              </a:ext>
            </a:extLst>
          </p:cNvPr>
          <p:cNvCxnSpPr>
            <a:cxnSpLocks/>
          </p:cNvCxnSpPr>
          <p:nvPr/>
        </p:nvCxnSpPr>
        <p:spPr>
          <a:xfrm>
            <a:off x="6096000" y="1604513"/>
            <a:ext cx="0" cy="489848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83B219A-8A15-9FD6-3A8C-AAF5B498B44A}"/>
              </a:ext>
            </a:extLst>
          </p:cNvPr>
          <p:cNvCxnSpPr>
            <a:cxnSpLocks/>
          </p:cNvCxnSpPr>
          <p:nvPr/>
        </p:nvCxnSpPr>
        <p:spPr>
          <a:xfrm flipH="1">
            <a:off x="6159709" y="3930108"/>
            <a:ext cx="528898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B39F75C6-DC5D-6794-3F5A-D90FCA71E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100" y="2969814"/>
            <a:ext cx="3600000" cy="127586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4A9E936-FE07-B335-67D5-D9333872F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61" y="4323838"/>
            <a:ext cx="3016652" cy="248701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492EDC1-F885-1FD7-A5A5-F249E0E44907}"/>
              </a:ext>
            </a:extLst>
          </p:cNvPr>
          <p:cNvSpPr txBox="1"/>
          <p:nvPr/>
        </p:nvSpPr>
        <p:spPr>
          <a:xfrm>
            <a:off x="8160589" y="58705"/>
            <a:ext cx="398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800" b="1" dirty="0">
                <a:latin typeface="Arial" panose="020B0604020202020204" pitchFamily="34" charset="0"/>
              </a:rPr>
              <a:t>Referencia: </a:t>
            </a:r>
            <a:r>
              <a:rPr lang="pt-BR" sz="1800" dirty="0">
                <a:latin typeface="Arial" panose="020B0604020202020204" pitchFamily="34" charset="0"/>
              </a:rPr>
              <a:t>1-Primeiro_Teste.ipynb</a:t>
            </a:r>
            <a:endParaRPr kumimoji="0" lang="pt-BR" sz="180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87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1524-E047-EDD0-F488-DEB80F86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BD4EC-5236-AE28-455F-CDEA0887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Tentativa de melhoria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B629A2-6FC8-F904-39C5-A8AC32B7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51CB29B-1789-71C4-228B-C24647F7AE15}"/>
              </a:ext>
            </a:extLst>
          </p:cNvPr>
          <p:cNvSpPr txBox="1"/>
          <p:nvPr/>
        </p:nvSpPr>
        <p:spPr>
          <a:xfrm>
            <a:off x="835152" y="1691323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600" b="1" i="0" u="none" strike="noStrike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Tratamento base de dados:</a:t>
            </a:r>
            <a:endParaRPr kumimoji="0" lang="pt-BR" sz="1600" b="0" i="0" u="none" strike="noStrike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Remoção das features não relevantes (Analise descritiva);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4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Tratamento de outliers da variável (Quantidade de Dependentes);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400" dirty="0">
                <a:latin typeface="Arial" panose="020B0604020202020204" pitchFamily="34" charset="0"/>
              </a:rPr>
              <a:t>Preenchimento dos valores nulos utilizando KNN para as features.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Conversão e padronização de tipos de variáveis (</a:t>
            </a:r>
            <a:r>
              <a:rPr lang="en-US" sz="1400" dirty="0">
                <a:latin typeface="Arial" panose="020B0604020202020204" pitchFamily="34" charset="0"/>
              </a:rPr>
              <a:t>Standard</a:t>
            </a:r>
            <a:r>
              <a:rPr lang="pt-BR" sz="1400" dirty="0">
                <a:latin typeface="Arial" panose="020B0604020202020204" pitchFamily="34" charset="0"/>
              </a:rPr>
              <a:t> </a:t>
            </a:r>
            <a:r>
              <a:rPr lang="en-US" sz="1400" noProof="0" dirty="0">
                <a:latin typeface="Arial" panose="020B0604020202020204" pitchFamily="34" charset="0"/>
              </a:rPr>
              <a:t>Scaler</a:t>
            </a:r>
            <a:r>
              <a:rPr lang="pt-BR" sz="1400" dirty="0">
                <a:latin typeface="Arial" panose="020B0604020202020204" pitchFamily="34" charset="0"/>
              </a:rPr>
              <a:t>).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5589BE-7CD8-9EF3-A739-D6FD79304DBE}"/>
              </a:ext>
            </a:extLst>
          </p:cNvPr>
          <p:cNvSpPr txBox="1"/>
          <p:nvPr/>
        </p:nvSpPr>
        <p:spPr>
          <a:xfrm>
            <a:off x="835152" y="3173063"/>
            <a:ext cx="526084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</a:rPr>
              <a:t>Segundo teste: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</a:rPr>
              <a:t>Rodamos novamente o modelo </a:t>
            </a:r>
            <a:r>
              <a:rPr lang="pt-BR" sz="1400" b="1" dirty="0">
                <a:latin typeface="Arial" panose="020B0604020202020204" pitchFamily="34" charset="0"/>
              </a:rPr>
              <a:t>LogisticRegression</a:t>
            </a:r>
            <a:r>
              <a:rPr lang="pt-BR" sz="1400" dirty="0">
                <a:latin typeface="Arial" panose="020B0604020202020204" pitchFamily="34" charset="0"/>
              </a:rPr>
              <a:t> depois dos ajustes na base e </a:t>
            </a:r>
            <a:r>
              <a:rPr kumimoji="0" lang="pt-BR" sz="140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novamente os resultados foram ruins, </a:t>
            </a:r>
            <a:r>
              <a:rPr lang="pt-BR" sz="1400" b="1" dirty="0">
                <a:latin typeface="Arial" panose="020B0604020202020204" pitchFamily="34" charset="0"/>
              </a:rPr>
              <a:t>Recall = 0.00 </a:t>
            </a:r>
            <a:r>
              <a:rPr lang="pt-BR" sz="1400" dirty="0">
                <a:latin typeface="Arial" panose="020B0604020202020204" pitchFamily="34" charset="0"/>
              </a:rPr>
              <a:t>para a classe 1.0</a:t>
            </a:r>
            <a:endParaRPr kumimoji="0" lang="pt-BR" sz="140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99C86C1-6799-3445-809B-6603B6DEDCEE}"/>
              </a:ext>
            </a:extLst>
          </p:cNvPr>
          <p:cNvCxnSpPr>
            <a:cxnSpLocks/>
          </p:cNvCxnSpPr>
          <p:nvPr/>
        </p:nvCxnSpPr>
        <p:spPr>
          <a:xfrm flipH="1">
            <a:off x="767751" y="3166944"/>
            <a:ext cx="1073082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B08598AC-D74C-9A62-0BC7-A795110B7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591" y="3726677"/>
            <a:ext cx="3493333" cy="288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4427A21E-36B8-7A5D-C0C1-58C0A401A6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37" b="1"/>
          <a:stretch/>
        </p:blipFill>
        <p:spPr>
          <a:xfrm>
            <a:off x="1305576" y="4642566"/>
            <a:ext cx="4320000" cy="152665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F890E03-0C02-8B5B-A94A-F96BBBA1976E}"/>
              </a:ext>
            </a:extLst>
          </p:cNvPr>
          <p:cNvSpPr txBox="1"/>
          <p:nvPr/>
        </p:nvSpPr>
        <p:spPr>
          <a:xfrm>
            <a:off x="8143336" y="58705"/>
            <a:ext cx="400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800" b="1" dirty="0">
                <a:latin typeface="Arial" panose="020B0604020202020204" pitchFamily="34" charset="0"/>
              </a:rPr>
              <a:t>Referencia: </a:t>
            </a:r>
            <a:r>
              <a:rPr lang="pt-BR" sz="1800" dirty="0">
                <a:latin typeface="Arial" panose="020B0604020202020204" pitchFamily="34" charset="0"/>
              </a:rPr>
              <a:t>2-Segundo_Teste.ipynb</a:t>
            </a:r>
            <a:endParaRPr kumimoji="0" lang="pt-BR" sz="180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34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1B07-C5F3-BBFA-9405-723CA128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3F48A-38F1-290F-BFCA-841EAD39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Melhor ajuste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1138DF-87C1-A264-EDCD-DA2911AB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1001E84-240B-C086-E752-B79348B4B6F2}"/>
              </a:ext>
            </a:extLst>
          </p:cNvPr>
          <p:cNvSpPr txBox="1"/>
          <p:nvPr/>
        </p:nvSpPr>
        <p:spPr>
          <a:xfrm>
            <a:off x="835154" y="1384705"/>
            <a:ext cx="777544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600" b="1" i="0" u="none" strike="noStrike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Pipeline de ajustes da base de dados:</a:t>
            </a:r>
            <a:endParaRPr kumimoji="0" lang="pt-BR" sz="1600" b="0" i="0" u="none" strike="noStrike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Engineering: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ova feature com o log de “Renda Total”, nova feature com a renda média por dependentes “Renda Total” / “Quant Dependentes”, nova feature multiplicando a “Idade” x “Renda Total”, feature “Idade” foi categorizada em ranges, criação da feature binaria “Tem cartão” combinando as colunas “FLAG_X”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KNN e </a:t>
            </a:r>
            <a:r>
              <a:rPr lang="pt-B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Simple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Imputer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Preenchimento variáveis faltantes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 Hot Encode: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transforma variáveis categóricas em colunas binárias para cada categoria “Dummificação”;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StandardScaler: </a:t>
            </a:r>
            <a:r>
              <a:rPr lang="pt-BR" sz="1400" dirty="0"/>
              <a:t>padroniza as features, escalando para um desvio padrão unitário.</a:t>
            </a:r>
            <a:endParaRPr kumimoji="0" lang="pt-BR" sz="140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Smote: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Balanceamento da classe minoritária da variável target;</a:t>
            </a:r>
            <a:endParaRPr kumimoji="0" lang="pt-BR" sz="1400" b="0" i="0" u="none" strike="noStrike" cap="none" normalizeH="0" baseline="0" noProof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K Best: </a:t>
            </a: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Seleção das features preditoras mais relevantes para o modelo;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FE4B8A-2623-C9F4-910F-3C58B2FDD612}"/>
              </a:ext>
            </a:extLst>
          </p:cNvPr>
          <p:cNvSpPr txBox="1"/>
          <p:nvPr/>
        </p:nvSpPr>
        <p:spPr>
          <a:xfrm>
            <a:off x="835152" y="3914927"/>
            <a:ext cx="43649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</a:rPr>
              <a:t>Terceiro teste: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</a:rPr>
              <a:t>Rodamos novamente o modelo </a:t>
            </a:r>
            <a:r>
              <a:rPr lang="pt-BR" sz="1400" b="1" dirty="0">
                <a:latin typeface="Arial" panose="020B0604020202020204" pitchFamily="34" charset="0"/>
              </a:rPr>
              <a:t>LogisticRegression</a:t>
            </a:r>
            <a:r>
              <a:rPr lang="pt-BR" sz="1400" dirty="0">
                <a:latin typeface="Arial" panose="020B0604020202020204" pitchFamily="34" charset="0"/>
              </a:rPr>
              <a:t> depois dos ajustes e desta vez os resultados foram bastante promissores, </a:t>
            </a:r>
            <a:r>
              <a:rPr lang="pt-BR" sz="1400" b="1" dirty="0">
                <a:latin typeface="Arial" panose="020B0604020202020204" pitchFamily="34" charset="0"/>
              </a:rPr>
              <a:t>Recall = 0.62 </a:t>
            </a:r>
            <a:r>
              <a:rPr lang="pt-BR" sz="1400" dirty="0">
                <a:latin typeface="Arial" panose="020B0604020202020204" pitchFamily="34" charset="0"/>
              </a:rPr>
              <a:t>para a classe 1</a:t>
            </a:r>
            <a:endParaRPr kumimoji="0" lang="pt-BR" sz="140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5561106-D4BA-C13B-8435-AE9C88207BAE}"/>
              </a:ext>
            </a:extLst>
          </p:cNvPr>
          <p:cNvCxnSpPr>
            <a:cxnSpLocks/>
          </p:cNvCxnSpPr>
          <p:nvPr/>
        </p:nvCxnSpPr>
        <p:spPr>
          <a:xfrm flipH="1">
            <a:off x="767751" y="3926204"/>
            <a:ext cx="1098496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57BD68-CDB2-9899-D804-A91B74E66340}"/>
              </a:ext>
            </a:extLst>
          </p:cNvPr>
          <p:cNvSpPr txBox="1"/>
          <p:nvPr/>
        </p:nvSpPr>
        <p:spPr>
          <a:xfrm>
            <a:off x="8244250" y="58705"/>
            <a:ext cx="3903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800" b="1" dirty="0">
                <a:latin typeface="Arial" panose="020B0604020202020204" pitchFamily="34" charset="0"/>
              </a:rPr>
              <a:t>Referencia: </a:t>
            </a:r>
            <a:r>
              <a:rPr lang="pt-BR" sz="1800" dirty="0">
                <a:latin typeface="Arial" panose="020B0604020202020204" pitchFamily="34" charset="0"/>
              </a:rPr>
              <a:t>3-Terceiro_Teste.ipynb</a:t>
            </a:r>
            <a:endParaRPr kumimoji="0" lang="pt-BR" sz="180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D4C2C8-284B-6A66-91E8-DDE1372B0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081" y="4373593"/>
            <a:ext cx="3414635" cy="20754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5832006-81A4-8578-83D3-9895AC5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116891"/>
            <a:ext cx="3142116" cy="255718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EFAFCE4-87B1-C874-2A01-BA0ABA9DD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10" y="5163765"/>
            <a:ext cx="3600000" cy="125516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414D15C-1C53-829A-49E7-7F5DAE379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749" y="4305630"/>
            <a:ext cx="2880000" cy="241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3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BADB-8F24-F014-E309-445C4EAF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3D055-407C-23B3-4D12-2E670769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noProof="0" dirty="0">
                <a:solidFill>
                  <a:schemeClr val="accent1"/>
                </a:solidFill>
              </a:rPr>
              <a:t>Resultados</a:t>
            </a:r>
            <a:endParaRPr lang="pt-BR" noProof="0" dirty="0">
              <a:solidFill>
                <a:schemeClr val="accent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297952-F590-A7AC-7B1C-20997042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DE16E7-9944-AFF5-D861-2B07AB744DA8}"/>
              </a:ext>
            </a:extLst>
          </p:cNvPr>
          <p:cNvSpPr txBox="1"/>
          <p:nvPr/>
        </p:nvSpPr>
        <p:spPr>
          <a:xfrm>
            <a:off x="835152" y="1691323"/>
            <a:ext cx="10515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 Final: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optimizado para atender o problema de negócios: não liberar cartão de crédito para pessoas com potencial de inadimplência.</a:t>
            </a:r>
          </a:p>
          <a:p>
            <a:pPr algn="just"/>
            <a:endParaRPr lang="pt-BR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Lições: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Feature </a:t>
            </a:r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é fundamental para a melhora dos resultados.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O balanceamento adequado das features faz toda diferença em classificadores.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Ajustes finos (fine-</a:t>
            </a:r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) nos Hiperparâmetros do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modelo </a:t>
            </a: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melhoram a qualidade das predições.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ocar os ajustes observando o indicador correto no </a:t>
            </a:r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Classificatio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 Report </a:t>
            </a: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para adequar os resultados do modelo ao problema de negócio, em no nosso caso este indicador foi o Recall para a variável target = 1, ou seja quando a pessoa é inadimplente.</a:t>
            </a:r>
          </a:p>
          <a:p>
            <a:pPr lvl="1" algn="just"/>
            <a:endParaRPr lang="pt-BR" sz="1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Embora o modelo não tenha uma acurácia geral muito alta ele possui um Recall satisfatório para prever clientes com potencial de inadimplência.</a:t>
            </a:r>
          </a:p>
        </p:txBody>
      </p:sp>
    </p:spTree>
    <p:extLst>
      <p:ext uri="{BB962C8B-B14F-4D97-AF65-F5344CB8AC3E}">
        <p14:creationId xmlns:p14="http://schemas.microsoft.com/office/powerpoint/2010/main" val="424788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503F8-6AB9-2496-12D1-B97536BA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EA6FD-CAE7-E644-491D-3B4EFAA1D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254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Bônus - </a:t>
            </a:r>
            <a:r>
              <a:rPr lang="en-US" altLang="en-US" b="1" dirty="0">
                <a:solidFill>
                  <a:schemeClr val="accent1"/>
                </a:solidFill>
              </a:rPr>
              <a:t>XGBoost XGBClassifier</a:t>
            </a:r>
            <a:endParaRPr lang="pt-BR" b="1" dirty="0">
              <a:solidFill>
                <a:schemeClr val="accent1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37EFC5-6F3C-9DBF-07E8-DD05E2FF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02483F-C96B-FCF5-D67E-4442B5A319DF}"/>
              </a:ext>
            </a:extLst>
          </p:cNvPr>
          <p:cNvSpPr txBox="1"/>
          <p:nvPr/>
        </p:nvSpPr>
        <p:spPr>
          <a:xfrm>
            <a:off x="838200" y="1656817"/>
            <a:ext cx="10515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noProof="0" dirty="0">
                <a:latin typeface="Arial" panose="020B0604020202020204" pitchFamily="34" charset="0"/>
              </a:rPr>
              <a:t>Embora não tenha sido solicitado, executamos por curiosidade o </a:t>
            </a:r>
            <a:r>
              <a:rPr lang="pt-BR" sz="1400" b="1" noProof="0" dirty="0">
                <a:latin typeface="Arial" panose="020B0604020202020204" pitchFamily="34" charset="0"/>
              </a:rPr>
              <a:t>XGBoost XGBClassifier </a:t>
            </a:r>
            <a:r>
              <a:rPr lang="pt-BR" sz="1400" noProof="0" dirty="0">
                <a:latin typeface="Arial" panose="020B0604020202020204" pitchFamily="34" charset="0"/>
              </a:rPr>
              <a:t>com os hiperparâmetros ajustados, o resultado obtido foi um pouco melhor, </a:t>
            </a:r>
            <a:r>
              <a:rPr lang="pt-BR" sz="1400" b="1" noProof="0" dirty="0">
                <a:latin typeface="Arial" panose="020B0604020202020204" pitchFamily="34" charset="0"/>
              </a:rPr>
              <a:t>68% </a:t>
            </a:r>
            <a:r>
              <a:rPr lang="pt-BR" sz="1400" noProof="0" dirty="0">
                <a:latin typeface="Arial" panose="020B0604020202020204" pitchFamily="34" charset="0"/>
              </a:rPr>
              <a:t>contra </a:t>
            </a:r>
            <a:r>
              <a:rPr lang="pt-BR" sz="1400" b="1" noProof="0" dirty="0">
                <a:latin typeface="Arial" panose="020B0604020202020204" pitchFamily="34" charset="0"/>
              </a:rPr>
              <a:t>62% </a:t>
            </a:r>
            <a:r>
              <a:rPr lang="pt-BR" sz="1400" noProof="0" dirty="0">
                <a:latin typeface="Arial" panose="020B0604020202020204" pitchFamily="34" charset="0"/>
              </a:rPr>
              <a:t>do </a:t>
            </a:r>
            <a:r>
              <a:rPr lang="pt-BR" sz="1400" b="1" dirty="0">
                <a:latin typeface="Arial" panose="020B0604020202020204" pitchFamily="34" charset="0"/>
              </a:rPr>
              <a:t>LogisticRegression</a:t>
            </a:r>
            <a:r>
              <a:rPr lang="pt-BR" sz="1400" dirty="0">
                <a:latin typeface="Arial" panose="020B0604020202020204" pitchFamily="34" charset="0"/>
              </a:rPr>
              <a:t>:</a:t>
            </a:r>
            <a:endParaRPr lang="pt-BR" sz="1400" noProof="0" dirty="0"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Arial" panose="020B0604020202020204" pitchFamily="34" charset="0"/>
              </a:rPr>
              <a:t>Hiperparâmetros </a:t>
            </a:r>
            <a:r>
              <a:rPr lang="pt-BR" sz="1600" b="1" noProof="0" dirty="0">
                <a:solidFill>
                  <a:schemeClr val="accent1"/>
                </a:solidFill>
                <a:latin typeface="Arial" panose="020B0604020202020204" pitchFamily="34" charset="0"/>
              </a:rPr>
              <a:t>Ajustados: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Aplicação de </a:t>
            </a:r>
            <a:r>
              <a:rPr kumimoji="0" lang="pt-BR" sz="14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GridSearchCV</a:t>
            </a: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buscar a melhor combinação: </a:t>
            </a: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noProof="0" dirty="0">
                <a:latin typeface="Arial" panose="020B0604020202020204" pitchFamily="34" charset="0"/>
              </a:rPr>
              <a:t>Profundidade da árvore </a:t>
            </a:r>
            <a:r>
              <a:rPr lang="en-US" sz="1400" noProof="0" dirty="0">
                <a:latin typeface="Arial" panose="020B0604020202020204" pitchFamily="34" charset="0"/>
              </a:rPr>
              <a:t>(max_depth);</a:t>
            </a:r>
            <a:endParaRPr lang="pt-BR" sz="1400" noProof="0" dirty="0">
              <a:latin typeface="Arial" panose="020B0604020202020204" pitchFamily="34" charset="0"/>
            </a:endParaRP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noProof="0" dirty="0">
                <a:latin typeface="Arial" panose="020B0604020202020204" pitchFamily="34" charset="0"/>
              </a:rPr>
              <a:t>Taxa de aprendizado </a:t>
            </a:r>
            <a:r>
              <a:rPr lang="en-US" sz="1400" noProof="0" dirty="0">
                <a:latin typeface="Arial" panose="020B0604020202020204" pitchFamily="34" charset="0"/>
              </a:rPr>
              <a:t>(learning_rate);</a:t>
            </a: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noProof="0" dirty="0">
                <a:latin typeface="Arial" panose="020B0604020202020204" pitchFamily="34" charset="0"/>
              </a:rPr>
              <a:t>Número de árvores </a:t>
            </a:r>
            <a:r>
              <a:rPr lang="en-US" sz="1400" noProof="0" dirty="0">
                <a:latin typeface="Arial" panose="020B0604020202020204" pitchFamily="34" charset="0"/>
              </a:rPr>
              <a:t>(n_estimators);</a:t>
            </a:r>
            <a:endParaRPr lang="pt-BR" sz="1400" noProof="0" dirty="0">
              <a:latin typeface="Arial" panose="020B0604020202020204" pitchFamily="34" charset="0"/>
            </a:endParaRPr>
          </a:p>
          <a:p>
            <a:pPr marL="1200150" lvl="2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noProof="0" dirty="0">
                <a:latin typeface="Arial" panose="020B0604020202020204" pitchFamily="34" charset="0"/>
              </a:rPr>
              <a:t>Balanceamento </a:t>
            </a:r>
            <a:r>
              <a:rPr lang="en-US" sz="1400" noProof="0" dirty="0">
                <a:latin typeface="Arial" panose="020B0604020202020204" pitchFamily="34" charset="0"/>
              </a:rPr>
              <a:t>(scale_pos_weight);</a:t>
            </a:r>
            <a:endParaRPr lang="pt-BR" sz="1400" noProof="0" dirty="0">
              <a:latin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5D64EFD-179D-38F0-881E-F290A9B1CEBC}"/>
              </a:ext>
            </a:extLst>
          </p:cNvPr>
          <p:cNvSpPr txBox="1"/>
          <p:nvPr/>
        </p:nvSpPr>
        <p:spPr>
          <a:xfrm>
            <a:off x="838201" y="3900598"/>
            <a:ext cx="42437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BR" sz="1600" b="1" dirty="0">
                <a:solidFill>
                  <a:schemeClr val="accent1"/>
                </a:solidFill>
                <a:latin typeface="Arial" panose="020B0604020202020204" pitchFamily="34" charset="0"/>
              </a:rPr>
              <a:t>Quarto Teste: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Arial" panose="020B0604020202020204" pitchFamily="34" charset="0"/>
              </a:rPr>
              <a:t>Usando </a:t>
            </a:r>
            <a:r>
              <a:rPr lang="pt-BR" sz="1400" b="1" dirty="0">
                <a:latin typeface="Arial" panose="020B0604020202020204" pitchFamily="34" charset="0"/>
              </a:rPr>
              <a:t>XGBoost XGBClassifier </a:t>
            </a:r>
            <a:r>
              <a:rPr lang="pt-BR" sz="1400" dirty="0">
                <a:latin typeface="Arial" panose="020B0604020202020204" pitchFamily="34" charset="0"/>
              </a:rPr>
              <a:t>o Recall obtido foi </a:t>
            </a:r>
            <a:r>
              <a:rPr kumimoji="0" lang="pt-BR" sz="1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lang="pt-BR" sz="1400" b="1" noProof="0" dirty="0">
                <a:latin typeface="Arial" panose="020B0604020202020204" pitchFamily="34" charset="0"/>
              </a:rPr>
              <a:t>68%, </a:t>
            </a:r>
            <a:r>
              <a:rPr lang="pt-BR" sz="1400" noProof="0" dirty="0">
                <a:latin typeface="Arial" panose="020B0604020202020204" pitchFamily="34" charset="0"/>
              </a:rPr>
              <a:t>um pouco melhor que o </a:t>
            </a:r>
            <a:r>
              <a:rPr lang="pt-BR" sz="1400" b="1" dirty="0">
                <a:latin typeface="Arial" panose="020B0604020202020204" pitchFamily="34" charset="0"/>
              </a:rPr>
              <a:t>LogisticRegression </a:t>
            </a:r>
            <a:r>
              <a:rPr lang="pt-BR" sz="1400" dirty="0">
                <a:latin typeface="Arial" panose="020B0604020202020204" pitchFamily="34" charset="0"/>
              </a:rPr>
              <a:t>onde o melhor resultado foi </a:t>
            </a:r>
            <a:r>
              <a:rPr lang="pt-BR" sz="1400" b="1" noProof="0" dirty="0">
                <a:latin typeface="Arial" panose="020B0604020202020204" pitchFamily="34" charset="0"/>
              </a:rPr>
              <a:t>62%.</a:t>
            </a:r>
            <a:endParaRPr lang="pt-BR" sz="1400" noProof="0" dirty="0">
              <a:latin typeface="Arial" panose="020B0604020202020204" pitchFamily="34" charset="0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D3CDA31-D8C8-78E5-9F53-5BCB517EB6CB}"/>
              </a:ext>
            </a:extLst>
          </p:cNvPr>
          <p:cNvCxnSpPr>
            <a:cxnSpLocks/>
          </p:cNvCxnSpPr>
          <p:nvPr/>
        </p:nvCxnSpPr>
        <p:spPr>
          <a:xfrm flipH="1">
            <a:off x="730585" y="3818494"/>
            <a:ext cx="1098260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E75CF1-9413-7F87-51D6-EAC43062C46A}"/>
              </a:ext>
            </a:extLst>
          </p:cNvPr>
          <p:cNvSpPr txBox="1"/>
          <p:nvPr/>
        </p:nvSpPr>
        <p:spPr>
          <a:xfrm>
            <a:off x="8405446" y="58705"/>
            <a:ext cx="3742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sz="1800" b="1" dirty="0">
                <a:latin typeface="Arial" panose="020B0604020202020204" pitchFamily="34" charset="0"/>
              </a:rPr>
              <a:t>Referencia: </a:t>
            </a:r>
            <a:r>
              <a:rPr lang="pt-BR" sz="1800" dirty="0">
                <a:latin typeface="Arial" panose="020B0604020202020204" pitchFamily="34" charset="0"/>
              </a:rPr>
              <a:t>4-Quarto_Teste.ipynb</a:t>
            </a:r>
            <a:endParaRPr kumimoji="0" lang="pt-BR" sz="180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8F5673B-738D-5BC1-164F-A1395054F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509" y="4260967"/>
            <a:ext cx="3450677" cy="212862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9FBC50-9D99-6D90-D376-0779F8816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498" y="4260967"/>
            <a:ext cx="3096000" cy="25970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A3F2253-315A-1BE4-D66F-A3B578A8B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47" y="5151952"/>
            <a:ext cx="3932261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42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photo of Wall street sign&#10;">
            <a:extLst>
              <a:ext uri="{FF2B5EF4-FFF2-40B4-BE49-F238E27FC236}">
                <a16:creationId xmlns:a16="http://schemas.microsoft.com/office/drawing/2014/main" id="{7EA54CDC-A10B-4928-83AD-8A873A126A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0648DE95-334E-46CE-B3A6-AEEB61BA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noProof="0" dirty="0"/>
              <a:t>Obrigado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FBA0FCD-5060-4B39-B311-BE2FE37C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819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.potx" id="{20737546-06B0-4BD7-AC56-F403EF86C0E3}" vid="{1EA85B44-1A53-4BBB-B1B2-A9A21AB62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AD7039-4680-4956-9542-B83D9E6314E4}">
  <ds:schemaRefs>
    <ds:schemaRef ds:uri="http://schemas.microsoft.com/office/2006/metadata/properties"/>
    <ds:schemaRef ds:uri="16c05727-aa75-4e4a-9b5f-8a80a1165891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230e9df3-be65-4c73-a93b-d1236ebd677e"/>
    <ds:schemaRef ds:uri="http://schemas.microsoft.com/sharepoint/v3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FC5A798-286F-493A-A004-3C6C2A6B8B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4AF623-4A95-4652-AF18-74D461A96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Financial pitch deck</Template>
  <TotalTime>699</TotalTime>
  <Words>740</Words>
  <Application>Microsoft Office PowerPoint</Application>
  <PresentationFormat>Widescreen</PresentationFormat>
  <Paragraphs>81</Paragraphs>
  <Slides>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Calibri</vt:lpstr>
      <vt:lpstr>Selawik Semibold</vt:lpstr>
      <vt:lpstr>Source Sans Pro</vt:lpstr>
      <vt:lpstr>Source Sans Pro ExtraLight</vt:lpstr>
      <vt:lpstr>Tema do Office</vt:lpstr>
      <vt:lpstr>Projeto Integrado Feature Engineering</vt:lpstr>
      <vt:lpstr>O Desafio</vt:lpstr>
      <vt:lpstr>As Dificuldades Iniciais</vt:lpstr>
      <vt:lpstr>Tentativa de melhoria</vt:lpstr>
      <vt:lpstr>Melhor ajuste</vt:lpstr>
      <vt:lpstr>Resultados</vt:lpstr>
      <vt:lpstr>Bônus - XGBoost XGBClassifier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Carlos Gazin</dc:creator>
  <cp:lastModifiedBy>Ivan Carlos Gazin</cp:lastModifiedBy>
  <cp:revision>1</cp:revision>
  <dcterms:created xsi:type="dcterms:W3CDTF">2025-04-26T21:28:08Z</dcterms:created>
  <dcterms:modified xsi:type="dcterms:W3CDTF">2025-04-27T23:25:03Z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